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61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9" r:id="rId14"/>
    <p:sldId id="289" r:id="rId15"/>
    <p:sldId id="267" r:id="rId16"/>
    <p:sldId id="268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291" r:id="rId37"/>
    <p:sldId id="293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27F8D-9A24-4FBB-AAB8-ABFB2CADA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3839DD-5C22-4BF9-9EDD-9A5BB8E3F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44E892-E4E8-484D-AC8E-6F260ED1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C4B55D-A16A-4BEF-B2FD-8EA3BB32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1C47AC-B49A-48A9-995A-F1410C06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39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CE41C-424B-4795-88ED-DBB7CBF7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BD83D5-C8F6-437C-BA32-E4F489295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3FE326-EB08-468F-B343-23A28F8E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3B5AAE-645A-4296-804C-EA7ABC7A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F91B94-AFC5-48E2-991B-FBE624AB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48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27A01-EA65-4E5E-92EB-2051E58D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200686-30C9-4D83-8E57-05C8C9370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A19CA9-7E16-4539-8DB0-07FD050F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1DF0B5-EE86-48DE-9228-A7C80DFD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E0C09B-6549-4039-9AC8-CE9522DD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43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5BB1E-B5ED-4E0B-B1E1-99303B7E1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B6D305-6E65-41CF-B652-8DDF09149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4A6157-A34B-49C4-BF32-5312120CE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D4A002-1AA6-4BC1-BFA7-2EE2A5D2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83B624-6062-484E-B0C5-1F773F41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EA252A-A7A8-4433-A341-F46ECB03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06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62E02-B9CD-4113-B4F7-7B27D0C0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F05EDF-8581-4547-854A-B0191775C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3D2B21-9BA3-4EA7-BED4-3B1842EE2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861FAF-1C5A-4852-A825-8AE39A292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467EDB-55FC-4E49-A8A2-17A7EE922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20E7816-A29D-4D65-8D99-8A3E32E7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199F57-90BF-4843-8AE8-BE44F37E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89AFAB5-7FD5-4E5C-BB6B-89EED6FF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7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8F399-C856-4140-BF44-4489785C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D33F6E3-6950-4B7C-8746-005E522D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DBA6C8-4B79-45AF-BA72-CE42A3DA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006374-D887-40D6-AC96-965927A4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14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D43DD70-6EBF-48AD-8C14-3B4E35A9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B41ED1-448F-46D1-9D9C-35666B26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9F788C-7943-481D-BAA0-212DDB77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1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EADBD-57AE-4018-AD94-C0783D63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A094B7-A211-4FD0-BF64-9F2FB94F6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B21624-6ABC-4E51-B5C9-F07D51445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B6CCDD-6682-4307-9B95-2EE7E364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843261-2D39-423A-86B0-2DD15811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C15F8E-423E-4A6F-A924-DE2F3112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786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66FF9-05A8-4628-83DD-3CB1548D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AB49F3E-16B3-46A1-9F7C-C705315C99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5DA7A8-86E1-4AC2-9C3F-1098BDC63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5AC1D8-116F-47A3-8A35-13064B00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4434EF-122F-4DF8-9BE8-B52091DE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017C0D-70D3-4FEE-B81A-BAB3B4AD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04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7E431-6BC3-4BFE-ACAB-845B0A41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DBBA8B-6BA9-41A3-BE51-3C17BE9DC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D0365B-A043-49A0-BF7E-6B8FFB5D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49496B-4FE6-4CC0-8EC1-EC688C80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A7A23D-B8DF-44AC-B378-6B390118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2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A4B6C8-49F2-4511-AE79-076486F94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7E990D-9FD3-420B-86C2-8D198BCF6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7820BE-4422-446E-B2F9-8FDEED88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033F18-A435-46D3-879C-2397DE11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E17E4B-0F64-4D01-BD4B-DAF7BB82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51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7F165A0-AB8B-40B0-A0B1-13160D60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EFA12A-DECE-49C8-AA03-304063DB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4FB252-0D75-40E6-BE1E-14C24B68B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D8F63-41C4-4B3E-949A-4D710857EA0A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522030-61E5-4772-8D47-F3010C233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8E7453-DA07-473E-A51A-830B2489F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628CE-6805-4BD6-8335-3FE3CC45E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93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5.png"/><Relationship Id="rId3" Type="http://schemas.openxmlformats.org/officeDocument/2006/relationships/image" Target="../media/image27.png"/><Relationship Id="rId7" Type="http://schemas.openxmlformats.org/officeDocument/2006/relationships/image" Target="../media/image26.png"/><Relationship Id="rId12" Type="http://schemas.openxmlformats.org/officeDocument/2006/relationships/image" Target="../media/image34.png"/><Relationship Id="rId2" Type="http://schemas.openxmlformats.org/officeDocument/2006/relationships/image" Target="../media/image6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23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9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29.png"/><Relationship Id="rId5" Type="http://schemas.openxmlformats.org/officeDocument/2006/relationships/image" Target="../media/image32.png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9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29.png"/><Relationship Id="rId5" Type="http://schemas.openxmlformats.org/officeDocument/2006/relationships/image" Target="../media/image32.png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9.png"/><Relationship Id="rId5" Type="http://schemas.openxmlformats.org/officeDocument/2006/relationships/image" Target="../media/image32.png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29.png"/><Relationship Id="rId5" Type="http://schemas.openxmlformats.org/officeDocument/2006/relationships/image" Target="../media/image35.png"/><Relationship Id="rId10" Type="http://schemas.openxmlformats.org/officeDocument/2006/relationships/image" Target="../media/image32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4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4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6.png"/><Relationship Id="rId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image" Target="../media/image29.png"/><Relationship Id="rId1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5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5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5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5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5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5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image" Target="../media/image29.png"/><Relationship Id="rId1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5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image" Target="../media/image29.png"/><Relationship Id="rId1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5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image" Target="../media/image29.png"/><Relationship Id="rId1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5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image" Target="../media/image29.png"/><Relationship Id="rId1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61.png"/><Relationship Id="rId18" Type="http://schemas.openxmlformats.org/officeDocument/2006/relationships/image" Target="../media/image64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60.png"/><Relationship Id="rId17" Type="http://schemas.openxmlformats.org/officeDocument/2006/relationships/image" Target="../media/image41.png"/><Relationship Id="rId2" Type="http://schemas.openxmlformats.org/officeDocument/2006/relationships/image" Target="../media/image31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63.png"/><Relationship Id="rId10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image" Target="../media/image29.png"/><Relationship Id="rId1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62.png"/><Relationship Id="rId18" Type="http://schemas.openxmlformats.org/officeDocument/2006/relationships/image" Target="../media/image65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12" Type="http://schemas.openxmlformats.org/officeDocument/2006/relationships/image" Target="../media/image61.png"/><Relationship Id="rId17" Type="http://schemas.openxmlformats.org/officeDocument/2006/relationships/image" Target="../media/image64.png"/><Relationship Id="rId2" Type="http://schemas.openxmlformats.org/officeDocument/2006/relationships/image" Target="../media/image38.png"/><Relationship Id="rId16" Type="http://schemas.openxmlformats.org/officeDocument/2006/relationships/image" Target="../media/image41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5" Type="http://schemas.openxmlformats.org/officeDocument/2006/relationships/image" Target="../media/image40.png"/><Relationship Id="rId10" Type="http://schemas.openxmlformats.org/officeDocument/2006/relationships/image" Target="../media/image29.png"/><Relationship Id="rId19" Type="http://schemas.openxmlformats.org/officeDocument/2006/relationships/image" Target="../media/image66.png"/><Relationship Id="rId4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64.png"/><Relationship Id="rId18" Type="http://schemas.openxmlformats.org/officeDocument/2006/relationships/image" Target="../media/image71.png"/><Relationship Id="rId3" Type="http://schemas.openxmlformats.org/officeDocument/2006/relationships/image" Target="../media/image33.png"/><Relationship Id="rId21" Type="http://schemas.openxmlformats.org/officeDocument/2006/relationships/image" Target="../media/image72.png"/><Relationship Id="rId7" Type="http://schemas.openxmlformats.org/officeDocument/2006/relationships/image" Target="../media/image32.png"/><Relationship Id="rId12" Type="http://schemas.openxmlformats.org/officeDocument/2006/relationships/image" Target="../media/image63.png"/><Relationship Id="rId17" Type="http://schemas.openxmlformats.org/officeDocument/2006/relationships/image" Target="../media/image70.png"/><Relationship Id="rId2" Type="http://schemas.openxmlformats.org/officeDocument/2006/relationships/image" Target="../media/image31.png"/><Relationship Id="rId16" Type="http://schemas.openxmlformats.org/officeDocument/2006/relationships/image" Target="../media/image69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62.png"/><Relationship Id="rId5" Type="http://schemas.openxmlformats.org/officeDocument/2006/relationships/image" Target="../media/image36.png"/><Relationship Id="rId15" Type="http://schemas.openxmlformats.org/officeDocument/2006/relationships/image" Target="../media/image68.png"/><Relationship Id="rId10" Type="http://schemas.openxmlformats.org/officeDocument/2006/relationships/image" Target="../media/image61.png"/><Relationship Id="rId19" Type="http://schemas.openxmlformats.org/officeDocument/2006/relationships/image" Target="../media/image65.png"/><Relationship Id="rId4" Type="http://schemas.openxmlformats.org/officeDocument/2006/relationships/image" Target="../media/image34.png"/><Relationship Id="rId9" Type="http://schemas.openxmlformats.org/officeDocument/2006/relationships/image" Target="../media/image30.png"/><Relationship Id="rId14" Type="http://schemas.openxmlformats.org/officeDocument/2006/relationships/image" Target="../media/image38.png"/><Relationship Id="rId22" Type="http://schemas.openxmlformats.org/officeDocument/2006/relationships/image" Target="../media/image6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64.png"/><Relationship Id="rId18" Type="http://schemas.openxmlformats.org/officeDocument/2006/relationships/image" Target="../media/image68.png"/><Relationship Id="rId3" Type="http://schemas.openxmlformats.org/officeDocument/2006/relationships/image" Target="../media/image33.png"/><Relationship Id="rId21" Type="http://schemas.openxmlformats.org/officeDocument/2006/relationships/image" Target="../media/image71.png"/><Relationship Id="rId7" Type="http://schemas.openxmlformats.org/officeDocument/2006/relationships/image" Target="../media/image32.png"/><Relationship Id="rId12" Type="http://schemas.openxmlformats.org/officeDocument/2006/relationships/image" Target="../media/image63.png"/><Relationship Id="rId17" Type="http://schemas.openxmlformats.org/officeDocument/2006/relationships/image" Target="../media/image38.png"/><Relationship Id="rId2" Type="http://schemas.openxmlformats.org/officeDocument/2006/relationships/image" Target="../media/image31.png"/><Relationship Id="rId16" Type="http://schemas.openxmlformats.org/officeDocument/2006/relationships/image" Target="../media/image73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62.png"/><Relationship Id="rId5" Type="http://schemas.openxmlformats.org/officeDocument/2006/relationships/image" Target="../media/image3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10" Type="http://schemas.openxmlformats.org/officeDocument/2006/relationships/image" Target="../media/image61.png"/><Relationship Id="rId19" Type="http://schemas.openxmlformats.org/officeDocument/2006/relationships/image" Target="../media/image69.png"/><Relationship Id="rId4" Type="http://schemas.openxmlformats.org/officeDocument/2006/relationships/image" Target="../media/image34.png"/><Relationship Id="rId9" Type="http://schemas.openxmlformats.org/officeDocument/2006/relationships/image" Target="../media/image30.png"/><Relationship Id="rId14" Type="http://schemas.openxmlformats.org/officeDocument/2006/relationships/image" Target="../media/image65.png"/><Relationship Id="rId22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71.png"/><Relationship Id="rId26" Type="http://schemas.openxmlformats.org/officeDocument/2006/relationships/image" Target="../media/image78.png"/><Relationship Id="rId3" Type="http://schemas.openxmlformats.org/officeDocument/2006/relationships/image" Target="../media/image33.png"/><Relationship Id="rId21" Type="http://schemas.openxmlformats.org/officeDocument/2006/relationships/image" Target="../media/image65.png"/><Relationship Id="rId34" Type="http://schemas.openxmlformats.org/officeDocument/2006/relationships/image" Target="../media/image86.png"/><Relationship Id="rId7" Type="http://schemas.openxmlformats.org/officeDocument/2006/relationships/image" Target="../media/image32.png"/><Relationship Id="rId12" Type="http://schemas.openxmlformats.org/officeDocument/2006/relationships/image" Target="../media/image63.png"/><Relationship Id="rId17" Type="http://schemas.openxmlformats.org/officeDocument/2006/relationships/image" Target="../media/image70.png"/><Relationship Id="rId25" Type="http://schemas.openxmlformats.org/officeDocument/2006/relationships/image" Target="../media/image77.png"/><Relationship Id="rId33" Type="http://schemas.openxmlformats.org/officeDocument/2006/relationships/image" Target="../media/image85.png"/><Relationship Id="rId2" Type="http://schemas.openxmlformats.org/officeDocument/2006/relationships/image" Target="../media/image31.png"/><Relationship Id="rId16" Type="http://schemas.openxmlformats.org/officeDocument/2006/relationships/image" Target="../media/image69.png"/><Relationship Id="rId20" Type="http://schemas.openxmlformats.org/officeDocument/2006/relationships/image" Target="../media/image66.png"/><Relationship Id="rId29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62.png"/><Relationship Id="rId24" Type="http://schemas.openxmlformats.org/officeDocument/2006/relationships/image" Target="../media/image76.png"/><Relationship Id="rId32" Type="http://schemas.openxmlformats.org/officeDocument/2006/relationships/image" Target="../media/image84.png"/><Relationship Id="rId5" Type="http://schemas.openxmlformats.org/officeDocument/2006/relationships/image" Target="../media/image36.png"/><Relationship Id="rId15" Type="http://schemas.openxmlformats.org/officeDocument/2006/relationships/image" Target="../media/image68.png"/><Relationship Id="rId23" Type="http://schemas.openxmlformats.org/officeDocument/2006/relationships/image" Target="../media/image74.png"/><Relationship Id="rId28" Type="http://schemas.openxmlformats.org/officeDocument/2006/relationships/image" Target="../media/image80.png"/><Relationship Id="rId10" Type="http://schemas.openxmlformats.org/officeDocument/2006/relationships/image" Target="../media/image61.png"/><Relationship Id="rId19" Type="http://schemas.openxmlformats.org/officeDocument/2006/relationships/image" Target="../media/image75.png"/><Relationship Id="rId31" Type="http://schemas.openxmlformats.org/officeDocument/2006/relationships/image" Target="../media/image83.png"/><Relationship Id="rId4" Type="http://schemas.openxmlformats.org/officeDocument/2006/relationships/image" Target="../media/image34.png"/><Relationship Id="rId9" Type="http://schemas.openxmlformats.org/officeDocument/2006/relationships/image" Target="../media/image30.png"/><Relationship Id="rId14" Type="http://schemas.openxmlformats.org/officeDocument/2006/relationships/image" Target="../media/image38.png"/><Relationship Id="rId22" Type="http://schemas.openxmlformats.org/officeDocument/2006/relationships/image" Target="../media/image67.png"/><Relationship Id="rId27" Type="http://schemas.openxmlformats.org/officeDocument/2006/relationships/image" Target="../media/image79.png"/><Relationship Id="rId30" Type="http://schemas.openxmlformats.org/officeDocument/2006/relationships/image" Target="../media/image82.png"/><Relationship Id="rId35" Type="http://schemas.openxmlformats.org/officeDocument/2006/relationships/image" Target="../media/image87.png"/><Relationship Id="rId8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71.png"/><Relationship Id="rId26" Type="http://schemas.openxmlformats.org/officeDocument/2006/relationships/image" Target="../media/image78.png"/><Relationship Id="rId21" Type="http://schemas.openxmlformats.org/officeDocument/2006/relationships/image" Target="../media/image67.png"/><Relationship Id="rId34" Type="http://schemas.openxmlformats.org/officeDocument/2006/relationships/image" Target="../media/image83.png"/><Relationship Id="rId7" Type="http://schemas.openxmlformats.org/officeDocument/2006/relationships/image" Target="../media/image32.png"/><Relationship Id="rId12" Type="http://schemas.openxmlformats.org/officeDocument/2006/relationships/image" Target="../media/image63.png"/><Relationship Id="rId17" Type="http://schemas.openxmlformats.org/officeDocument/2006/relationships/image" Target="../media/image70.png"/><Relationship Id="rId25" Type="http://schemas.openxmlformats.org/officeDocument/2006/relationships/image" Target="../media/image77.png"/><Relationship Id="rId33" Type="http://schemas.openxmlformats.org/officeDocument/2006/relationships/image" Target="../media/image82.png"/><Relationship Id="rId38" Type="http://schemas.openxmlformats.org/officeDocument/2006/relationships/image" Target="../media/image87.png"/><Relationship Id="rId2" Type="http://schemas.openxmlformats.org/officeDocument/2006/relationships/image" Target="../media/image31.png"/><Relationship Id="rId16" Type="http://schemas.openxmlformats.org/officeDocument/2006/relationships/image" Target="../media/image69.png"/><Relationship Id="rId20" Type="http://schemas.openxmlformats.org/officeDocument/2006/relationships/image" Target="../media/image65.png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62.png"/><Relationship Id="rId24" Type="http://schemas.openxmlformats.org/officeDocument/2006/relationships/image" Target="../media/image76.png"/><Relationship Id="rId32" Type="http://schemas.openxmlformats.org/officeDocument/2006/relationships/image" Target="../media/image81.png"/><Relationship Id="rId37" Type="http://schemas.openxmlformats.org/officeDocument/2006/relationships/image" Target="../media/image86.png"/><Relationship Id="rId5" Type="http://schemas.openxmlformats.org/officeDocument/2006/relationships/image" Target="../media/image36.png"/><Relationship Id="rId15" Type="http://schemas.openxmlformats.org/officeDocument/2006/relationships/image" Target="../media/image68.png"/><Relationship Id="rId23" Type="http://schemas.openxmlformats.org/officeDocument/2006/relationships/image" Target="../media/image74.png"/><Relationship Id="rId28" Type="http://schemas.openxmlformats.org/officeDocument/2006/relationships/image" Target="../media/image80.png"/><Relationship Id="rId36" Type="http://schemas.openxmlformats.org/officeDocument/2006/relationships/image" Target="../media/image85.png"/><Relationship Id="rId10" Type="http://schemas.openxmlformats.org/officeDocument/2006/relationships/image" Target="../media/image61.png"/><Relationship Id="rId19" Type="http://schemas.openxmlformats.org/officeDocument/2006/relationships/image" Target="../media/image66.png"/><Relationship Id="rId31" Type="http://schemas.openxmlformats.org/officeDocument/2006/relationships/image" Target="../media/image91.png"/><Relationship Id="rId4" Type="http://schemas.openxmlformats.org/officeDocument/2006/relationships/image" Target="../media/image34.png"/><Relationship Id="rId9" Type="http://schemas.openxmlformats.org/officeDocument/2006/relationships/image" Target="../media/image30.png"/><Relationship Id="rId14" Type="http://schemas.openxmlformats.org/officeDocument/2006/relationships/image" Target="../media/image38.png"/><Relationship Id="rId22" Type="http://schemas.openxmlformats.org/officeDocument/2006/relationships/image" Target="../media/image88.png"/><Relationship Id="rId27" Type="http://schemas.openxmlformats.org/officeDocument/2006/relationships/image" Target="../media/image79.png"/><Relationship Id="rId30" Type="http://schemas.openxmlformats.org/officeDocument/2006/relationships/image" Target="../media/image90.png"/><Relationship Id="rId35" Type="http://schemas.openxmlformats.org/officeDocument/2006/relationships/image" Target="../media/image84.png"/><Relationship Id="rId8" Type="http://schemas.openxmlformats.org/officeDocument/2006/relationships/image" Target="../media/image29.png"/><Relationship Id="rId3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65.png"/><Relationship Id="rId26" Type="http://schemas.openxmlformats.org/officeDocument/2006/relationships/image" Target="../media/image91.png"/><Relationship Id="rId39" Type="http://schemas.openxmlformats.org/officeDocument/2006/relationships/image" Target="../media/image87.png"/><Relationship Id="rId21" Type="http://schemas.openxmlformats.org/officeDocument/2006/relationships/image" Target="../media/image76.png"/><Relationship Id="rId34" Type="http://schemas.openxmlformats.org/officeDocument/2006/relationships/image" Target="../media/image81.png"/><Relationship Id="rId7" Type="http://schemas.openxmlformats.org/officeDocument/2006/relationships/image" Target="../media/image32.png"/><Relationship Id="rId12" Type="http://schemas.openxmlformats.org/officeDocument/2006/relationships/image" Target="../media/image38.png"/><Relationship Id="rId17" Type="http://schemas.openxmlformats.org/officeDocument/2006/relationships/image" Target="../media/image66.png"/><Relationship Id="rId25" Type="http://schemas.openxmlformats.org/officeDocument/2006/relationships/image" Target="../media/image80.png"/><Relationship Id="rId33" Type="http://schemas.openxmlformats.org/officeDocument/2006/relationships/image" Target="../media/image94.png"/><Relationship Id="rId38" Type="http://schemas.openxmlformats.org/officeDocument/2006/relationships/image" Target="../media/image86.png"/><Relationship Id="rId2" Type="http://schemas.openxmlformats.org/officeDocument/2006/relationships/image" Target="../media/image31.png"/><Relationship Id="rId16" Type="http://schemas.openxmlformats.org/officeDocument/2006/relationships/image" Target="../media/image71.png"/><Relationship Id="rId20" Type="http://schemas.openxmlformats.org/officeDocument/2006/relationships/image" Target="../media/image74.png"/><Relationship Id="rId29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64.png"/><Relationship Id="rId24" Type="http://schemas.openxmlformats.org/officeDocument/2006/relationships/image" Target="../media/image79.png"/><Relationship Id="rId32" Type="http://schemas.openxmlformats.org/officeDocument/2006/relationships/image" Target="../media/image8.png"/><Relationship Id="rId37" Type="http://schemas.openxmlformats.org/officeDocument/2006/relationships/image" Target="../media/image85.png"/><Relationship Id="rId5" Type="http://schemas.openxmlformats.org/officeDocument/2006/relationships/image" Target="../media/image36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92.png"/><Relationship Id="rId36" Type="http://schemas.openxmlformats.org/officeDocument/2006/relationships/image" Target="../media/image84.png"/><Relationship Id="rId10" Type="http://schemas.openxmlformats.org/officeDocument/2006/relationships/image" Target="../media/image62.png"/><Relationship Id="rId19" Type="http://schemas.openxmlformats.org/officeDocument/2006/relationships/image" Target="../media/image67.png"/><Relationship Id="rId31" Type="http://schemas.openxmlformats.org/officeDocument/2006/relationships/image" Target="../media/image63.png"/><Relationship Id="rId4" Type="http://schemas.openxmlformats.org/officeDocument/2006/relationships/image" Target="../media/image34.png"/><Relationship Id="rId9" Type="http://schemas.openxmlformats.org/officeDocument/2006/relationships/image" Target="../media/image30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9.png"/><Relationship Id="rId30" Type="http://schemas.openxmlformats.org/officeDocument/2006/relationships/image" Target="../media/image93.png"/><Relationship Id="rId35" Type="http://schemas.openxmlformats.org/officeDocument/2006/relationships/image" Target="../media/image83.png"/><Relationship Id="rId8" Type="http://schemas.openxmlformats.org/officeDocument/2006/relationships/image" Target="../media/image29.png"/><Relationship Id="rId3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68.png"/><Relationship Id="rId26" Type="http://schemas.openxmlformats.org/officeDocument/2006/relationships/image" Target="../media/image79.png"/><Relationship Id="rId3" Type="http://schemas.openxmlformats.org/officeDocument/2006/relationships/image" Target="../media/image31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7" Type="http://schemas.openxmlformats.org/officeDocument/2006/relationships/image" Target="../media/image37.png"/><Relationship Id="rId12" Type="http://schemas.openxmlformats.org/officeDocument/2006/relationships/image" Target="../media/image95.png"/><Relationship Id="rId17" Type="http://schemas.openxmlformats.org/officeDocument/2006/relationships/image" Target="../media/image62.png"/><Relationship Id="rId25" Type="http://schemas.openxmlformats.org/officeDocument/2006/relationships/image" Target="../media/image78.png"/><Relationship Id="rId33" Type="http://schemas.openxmlformats.org/officeDocument/2006/relationships/image" Target="../media/image83.png"/><Relationship Id="rId2" Type="http://schemas.openxmlformats.org/officeDocument/2006/relationships/image" Target="../media/image86.png"/><Relationship Id="rId16" Type="http://schemas.openxmlformats.org/officeDocument/2006/relationships/image" Target="../media/image94.png"/><Relationship Id="rId20" Type="http://schemas.openxmlformats.org/officeDocument/2006/relationships/image" Target="../media/image70.png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90.png"/><Relationship Id="rId24" Type="http://schemas.openxmlformats.org/officeDocument/2006/relationships/image" Target="../media/image77.png"/><Relationship Id="rId32" Type="http://schemas.openxmlformats.org/officeDocument/2006/relationships/image" Target="../media/image81.png"/><Relationship Id="rId5" Type="http://schemas.openxmlformats.org/officeDocument/2006/relationships/image" Target="../media/image34.png"/><Relationship Id="rId15" Type="http://schemas.openxmlformats.org/officeDocument/2006/relationships/image" Target="../media/image8.png"/><Relationship Id="rId23" Type="http://schemas.openxmlformats.org/officeDocument/2006/relationships/image" Target="../media/image76.png"/><Relationship Id="rId28" Type="http://schemas.openxmlformats.org/officeDocument/2006/relationships/image" Target="../media/image89.png"/><Relationship Id="rId36" Type="http://schemas.openxmlformats.org/officeDocument/2006/relationships/image" Target="../media/image87.png"/><Relationship Id="rId10" Type="http://schemas.openxmlformats.org/officeDocument/2006/relationships/image" Target="../media/image67.png"/><Relationship Id="rId19" Type="http://schemas.openxmlformats.org/officeDocument/2006/relationships/image" Target="../media/image69.png"/><Relationship Id="rId31" Type="http://schemas.openxmlformats.org/officeDocument/2006/relationships/image" Target="../media/image63.png"/><Relationship Id="rId4" Type="http://schemas.openxmlformats.org/officeDocument/2006/relationships/image" Target="../media/image33.png"/><Relationship Id="rId9" Type="http://schemas.openxmlformats.org/officeDocument/2006/relationships/image" Target="../media/image66.png"/><Relationship Id="rId14" Type="http://schemas.openxmlformats.org/officeDocument/2006/relationships/image" Target="../media/image48.png"/><Relationship Id="rId22" Type="http://schemas.openxmlformats.org/officeDocument/2006/relationships/image" Target="../media/image65.png"/><Relationship Id="rId27" Type="http://schemas.openxmlformats.org/officeDocument/2006/relationships/image" Target="../media/image80.png"/><Relationship Id="rId30" Type="http://schemas.openxmlformats.org/officeDocument/2006/relationships/image" Target="../media/image91.png"/><Relationship Id="rId35" Type="http://schemas.openxmlformats.org/officeDocument/2006/relationships/image" Target="../media/image85.png"/><Relationship Id="rId8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93.png"/><Relationship Id="rId26" Type="http://schemas.openxmlformats.org/officeDocument/2006/relationships/image" Target="../media/image78.png"/><Relationship Id="rId3" Type="http://schemas.openxmlformats.org/officeDocument/2006/relationships/image" Target="../media/image33.png"/><Relationship Id="rId21" Type="http://schemas.openxmlformats.org/officeDocument/2006/relationships/image" Target="../media/image62.png"/><Relationship Id="rId34" Type="http://schemas.openxmlformats.org/officeDocument/2006/relationships/image" Target="../media/image87.png"/><Relationship Id="rId7" Type="http://schemas.openxmlformats.org/officeDocument/2006/relationships/image" Target="../media/image32.png"/><Relationship Id="rId12" Type="http://schemas.openxmlformats.org/officeDocument/2006/relationships/image" Target="../media/image65.png"/><Relationship Id="rId17" Type="http://schemas.openxmlformats.org/officeDocument/2006/relationships/image" Target="../media/image38.png"/><Relationship Id="rId25" Type="http://schemas.openxmlformats.org/officeDocument/2006/relationships/image" Target="../media/image77.png"/><Relationship Id="rId33" Type="http://schemas.openxmlformats.org/officeDocument/2006/relationships/image" Target="../media/image86.png"/><Relationship Id="rId2" Type="http://schemas.openxmlformats.org/officeDocument/2006/relationships/image" Target="../media/image31.png"/><Relationship Id="rId16" Type="http://schemas.openxmlformats.org/officeDocument/2006/relationships/image" Target="../media/image89.png"/><Relationship Id="rId20" Type="http://schemas.openxmlformats.org/officeDocument/2006/relationships/image" Target="../media/image63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66.png"/><Relationship Id="rId24" Type="http://schemas.openxmlformats.org/officeDocument/2006/relationships/image" Target="../media/image76.png"/><Relationship Id="rId32" Type="http://schemas.openxmlformats.org/officeDocument/2006/relationships/image" Target="../media/image85.png"/><Relationship Id="rId5" Type="http://schemas.openxmlformats.org/officeDocument/2006/relationships/image" Target="../media/image36.png"/><Relationship Id="rId15" Type="http://schemas.openxmlformats.org/officeDocument/2006/relationships/image" Target="../media/image80.png"/><Relationship Id="rId23" Type="http://schemas.openxmlformats.org/officeDocument/2006/relationships/image" Target="../media/image69.png"/><Relationship Id="rId28" Type="http://schemas.openxmlformats.org/officeDocument/2006/relationships/image" Target="../media/image81.png"/><Relationship Id="rId10" Type="http://schemas.openxmlformats.org/officeDocument/2006/relationships/image" Target="../media/image71.png"/><Relationship Id="rId19" Type="http://schemas.openxmlformats.org/officeDocument/2006/relationships/image" Target="../media/image97.png"/><Relationship Id="rId31" Type="http://schemas.openxmlformats.org/officeDocument/2006/relationships/image" Target="../media/image84.png"/><Relationship Id="rId4" Type="http://schemas.openxmlformats.org/officeDocument/2006/relationships/image" Target="../media/image34.png"/><Relationship Id="rId9" Type="http://schemas.openxmlformats.org/officeDocument/2006/relationships/image" Target="../media/image70.png"/><Relationship Id="rId14" Type="http://schemas.openxmlformats.org/officeDocument/2006/relationships/image" Target="../media/image79.png"/><Relationship Id="rId22" Type="http://schemas.openxmlformats.org/officeDocument/2006/relationships/image" Target="../media/image68.png"/><Relationship Id="rId27" Type="http://schemas.openxmlformats.org/officeDocument/2006/relationships/image" Target="../media/image96.png"/><Relationship Id="rId30" Type="http://schemas.openxmlformats.org/officeDocument/2006/relationships/image" Target="../media/image83.png"/><Relationship Id="rId8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image" Target="../media/image96.png"/><Relationship Id="rId26" Type="http://schemas.openxmlformats.org/officeDocument/2006/relationships/image" Target="../media/image99.png"/><Relationship Id="rId3" Type="http://schemas.openxmlformats.org/officeDocument/2006/relationships/image" Target="../media/image33.png"/><Relationship Id="rId21" Type="http://schemas.openxmlformats.org/officeDocument/2006/relationships/image" Target="../media/image68.png"/><Relationship Id="rId7" Type="http://schemas.openxmlformats.org/officeDocument/2006/relationships/image" Target="../media/image32.png"/><Relationship Id="rId12" Type="http://schemas.openxmlformats.org/officeDocument/2006/relationships/image" Target="../media/image70.png"/><Relationship Id="rId17" Type="http://schemas.openxmlformats.org/officeDocument/2006/relationships/image" Target="../media/image89.png"/><Relationship Id="rId25" Type="http://schemas.openxmlformats.org/officeDocument/2006/relationships/image" Target="../media/image78.png"/><Relationship Id="rId33" Type="http://schemas.openxmlformats.org/officeDocument/2006/relationships/image" Target="../media/image87.png"/><Relationship Id="rId2" Type="http://schemas.openxmlformats.org/officeDocument/2006/relationships/image" Target="../media/image31.png"/><Relationship Id="rId16" Type="http://schemas.openxmlformats.org/officeDocument/2006/relationships/image" Target="../media/image80.png"/><Relationship Id="rId20" Type="http://schemas.openxmlformats.org/officeDocument/2006/relationships/image" Target="../media/image62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38.png"/><Relationship Id="rId24" Type="http://schemas.openxmlformats.org/officeDocument/2006/relationships/image" Target="../media/image77.png"/><Relationship Id="rId32" Type="http://schemas.openxmlformats.org/officeDocument/2006/relationships/image" Target="../media/image86.png"/><Relationship Id="rId5" Type="http://schemas.openxmlformats.org/officeDocument/2006/relationships/image" Target="../media/image36.png"/><Relationship Id="rId15" Type="http://schemas.openxmlformats.org/officeDocument/2006/relationships/image" Target="../media/image79.png"/><Relationship Id="rId23" Type="http://schemas.openxmlformats.org/officeDocument/2006/relationships/image" Target="../media/image76.png"/><Relationship Id="rId28" Type="http://schemas.openxmlformats.org/officeDocument/2006/relationships/image" Target="../media/image98.png"/><Relationship Id="rId10" Type="http://schemas.openxmlformats.org/officeDocument/2006/relationships/image" Target="../media/image67.png"/><Relationship Id="rId19" Type="http://schemas.openxmlformats.org/officeDocument/2006/relationships/image" Target="../media/image63.png"/><Relationship Id="rId31" Type="http://schemas.openxmlformats.org/officeDocument/2006/relationships/image" Target="../media/image85.png"/><Relationship Id="rId4" Type="http://schemas.openxmlformats.org/officeDocument/2006/relationships/image" Target="../media/image34.png"/><Relationship Id="rId9" Type="http://schemas.openxmlformats.org/officeDocument/2006/relationships/image" Target="../media/image66.png"/><Relationship Id="rId14" Type="http://schemas.openxmlformats.org/officeDocument/2006/relationships/image" Target="../media/image65.png"/><Relationship Id="rId22" Type="http://schemas.openxmlformats.org/officeDocument/2006/relationships/image" Target="../media/image69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Relationship Id="rId8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image" Target="../media/image63.png"/><Relationship Id="rId26" Type="http://schemas.openxmlformats.org/officeDocument/2006/relationships/image" Target="../media/image93.png"/><Relationship Id="rId3" Type="http://schemas.openxmlformats.org/officeDocument/2006/relationships/image" Target="../media/image33.png"/><Relationship Id="rId21" Type="http://schemas.openxmlformats.org/officeDocument/2006/relationships/image" Target="../media/image69.png"/><Relationship Id="rId34" Type="http://schemas.openxmlformats.org/officeDocument/2006/relationships/image" Target="../media/image87.png"/><Relationship Id="rId7" Type="http://schemas.openxmlformats.org/officeDocument/2006/relationships/image" Target="../media/image32.png"/><Relationship Id="rId12" Type="http://schemas.openxmlformats.org/officeDocument/2006/relationships/image" Target="../media/image70.png"/><Relationship Id="rId17" Type="http://schemas.openxmlformats.org/officeDocument/2006/relationships/image" Target="../media/image89.png"/><Relationship Id="rId25" Type="http://schemas.openxmlformats.org/officeDocument/2006/relationships/image" Target="../media/image81.png"/><Relationship Id="rId33" Type="http://schemas.openxmlformats.org/officeDocument/2006/relationships/image" Target="../media/image86.png"/><Relationship Id="rId2" Type="http://schemas.openxmlformats.org/officeDocument/2006/relationships/image" Target="../media/image31.png"/><Relationship Id="rId16" Type="http://schemas.openxmlformats.org/officeDocument/2006/relationships/image" Target="../media/image80.png"/><Relationship Id="rId20" Type="http://schemas.openxmlformats.org/officeDocument/2006/relationships/image" Target="../media/image68.png"/><Relationship Id="rId29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38.png"/><Relationship Id="rId24" Type="http://schemas.openxmlformats.org/officeDocument/2006/relationships/image" Target="../media/image78.png"/><Relationship Id="rId32" Type="http://schemas.openxmlformats.org/officeDocument/2006/relationships/image" Target="../media/image85.png"/><Relationship Id="rId5" Type="http://schemas.openxmlformats.org/officeDocument/2006/relationships/image" Target="../media/image36.png"/><Relationship Id="rId15" Type="http://schemas.openxmlformats.org/officeDocument/2006/relationships/image" Target="../media/image79.png"/><Relationship Id="rId23" Type="http://schemas.openxmlformats.org/officeDocument/2006/relationships/image" Target="../media/image77.png"/><Relationship Id="rId28" Type="http://schemas.openxmlformats.org/officeDocument/2006/relationships/image" Target="../media/image101.png"/><Relationship Id="rId10" Type="http://schemas.openxmlformats.org/officeDocument/2006/relationships/image" Target="../media/image67.png"/><Relationship Id="rId19" Type="http://schemas.openxmlformats.org/officeDocument/2006/relationships/image" Target="../media/image62.png"/><Relationship Id="rId31" Type="http://schemas.openxmlformats.org/officeDocument/2006/relationships/image" Target="../media/image84.png"/><Relationship Id="rId4" Type="http://schemas.openxmlformats.org/officeDocument/2006/relationships/image" Target="../media/image34.png"/><Relationship Id="rId9" Type="http://schemas.openxmlformats.org/officeDocument/2006/relationships/image" Target="../media/image66.png"/><Relationship Id="rId14" Type="http://schemas.openxmlformats.org/officeDocument/2006/relationships/image" Target="../media/image65.png"/><Relationship Id="rId22" Type="http://schemas.openxmlformats.org/officeDocument/2006/relationships/image" Target="../media/image76.png"/><Relationship Id="rId27" Type="http://schemas.openxmlformats.org/officeDocument/2006/relationships/image" Target="../media/image100.png"/><Relationship Id="rId30" Type="http://schemas.openxmlformats.org/officeDocument/2006/relationships/image" Target="../media/image83.png"/><Relationship Id="rId8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65.png"/><Relationship Id="rId18" Type="http://schemas.openxmlformats.org/officeDocument/2006/relationships/image" Target="../media/image62.png"/><Relationship Id="rId26" Type="http://schemas.openxmlformats.org/officeDocument/2006/relationships/image" Target="../media/image102.png"/><Relationship Id="rId3" Type="http://schemas.openxmlformats.org/officeDocument/2006/relationships/image" Target="../media/image33.png"/><Relationship Id="rId21" Type="http://schemas.openxmlformats.org/officeDocument/2006/relationships/image" Target="../media/image76.png"/><Relationship Id="rId7" Type="http://schemas.openxmlformats.org/officeDocument/2006/relationships/image" Target="../media/image32.png"/><Relationship Id="rId12" Type="http://schemas.openxmlformats.org/officeDocument/2006/relationships/image" Target="../media/image71.png"/><Relationship Id="rId17" Type="http://schemas.openxmlformats.org/officeDocument/2006/relationships/image" Target="../media/image63.png"/><Relationship Id="rId25" Type="http://schemas.openxmlformats.org/officeDocument/2006/relationships/image" Target="../media/image93.png"/><Relationship Id="rId2" Type="http://schemas.openxmlformats.org/officeDocument/2006/relationships/image" Target="../media/image31.png"/><Relationship Id="rId16" Type="http://schemas.openxmlformats.org/officeDocument/2006/relationships/image" Target="../media/image89.png"/><Relationship Id="rId20" Type="http://schemas.openxmlformats.org/officeDocument/2006/relationships/image" Target="../media/image69.png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70.png"/><Relationship Id="rId24" Type="http://schemas.openxmlformats.org/officeDocument/2006/relationships/image" Target="../media/image81.png"/><Relationship Id="rId32" Type="http://schemas.openxmlformats.org/officeDocument/2006/relationships/image" Target="../media/image8.png"/><Relationship Id="rId5" Type="http://schemas.openxmlformats.org/officeDocument/2006/relationships/image" Target="../media/image36.png"/><Relationship Id="rId15" Type="http://schemas.openxmlformats.org/officeDocument/2006/relationships/image" Target="../media/image80.png"/><Relationship Id="rId23" Type="http://schemas.openxmlformats.org/officeDocument/2006/relationships/image" Target="../media/image78.png"/><Relationship Id="rId28" Type="http://schemas.openxmlformats.org/officeDocument/2006/relationships/image" Target="../media/image84.png"/><Relationship Id="rId10" Type="http://schemas.openxmlformats.org/officeDocument/2006/relationships/image" Target="../media/image67.png"/><Relationship Id="rId19" Type="http://schemas.openxmlformats.org/officeDocument/2006/relationships/image" Target="../media/image68.png"/><Relationship Id="rId31" Type="http://schemas.openxmlformats.org/officeDocument/2006/relationships/image" Target="../media/image87.png"/><Relationship Id="rId4" Type="http://schemas.openxmlformats.org/officeDocument/2006/relationships/image" Target="../media/image34.png"/><Relationship Id="rId9" Type="http://schemas.openxmlformats.org/officeDocument/2006/relationships/image" Target="../media/image66.png"/><Relationship Id="rId14" Type="http://schemas.openxmlformats.org/officeDocument/2006/relationships/image" Target="../media/image79.png"/><Relationship Id="rId22" Type="http://schemas.openxmlformats.org/officeDocument/2006/relationships/image" Target="../media/image77.png"/><Relationship Id="rId27" Type="http://schemas.openxmlformats.org/officeDocument/2006/relationships/image" Target="../media/image83.png"/><Relationship Id="rId30" Type="http://schemas.openxmlformats.org/officeDocument/2006/relationships/image" Target="../media/image8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12" Type="http://schemas.openxmlformats.org/officeDocument/2006/relationships/image" Target="../media/image106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105.png"/><Relationship Id="rId10" Type="http://schemas.openxmlformats.org/officeDocument/2006/relationships/image" Target="../media/image37.png"/><Relationship Id="rId4" Type="http://schemas.openxmlformats.org/officeDocument/2006/relationships/image" Target="../media/image104.png"/><Relationship Id="rId9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33.png"/><Relationship Id="rId7" Type="http://schemas.openxmlformats.org/officeDocument/2006/relationships/image" Target="../media/image10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62.png"/><Relationship Id="rId5" Type="http://schemas.openxmlformats.org/officeDocument/2006/relationships/image" Target="../media/image32.png"/><Relationship Id="rId10" Type="http://schemas.openxmlformats.org/officeDocument/2006/relationships/image" Target="../media/image63.png"/><Relationship Id="rId4" Type="http://schemas.openxmlformats.org/officeDocument/2006/relationships/image" Target="../media/image34.png"/><Relationship Id="rId9" Type="http://schemas.openxmlformats.org/officeDocument/2006/relationships/image" Target="../media/image6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33.png"/><Relationship Id="rId7" Type="http://schemas.openxmlformats.org/officeDocument/2006/relationships/image" Target="../media/image10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32.png"/><Relationship Id="rId10" Type="http://schemas.openxmlformats.org/officeDocument/2006/relationships/image" Target="../media/image62.png"/><Relationship Id="rId4" Type="http://schemas.openxmlformats.org/officeDocument/2006/relationships/image" Target="../media/image34.png"/><Relationship Id="rId9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BEB1BFB-1BBE-4555-8F20-F7DAA0979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81073" y="-2514600"/>
            <a:ext cx="18883073" cy="110680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644C3B-9695-431D-8587-9D56D9699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18300"/>
            <a:ext cx="9144000" cy="2387600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Escalonador com Prioridades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72C135-B755-4885-86A8-C29219774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2553474">
            <a:off x="1508629" y="9452517"/>
            <a:ext cx="9144000" cy="1655762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Apresentação – Daniel Marchioro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AC6B771-6C90-4180-8CA6-A6DB50C3C1C4}"/>
              </a:ext>
            </a:extLst>
          </p:cNvPr>
          <p:cNvSpPr txBox="1">
            <a:spLocks/>
          </p:cNvSpPr>
          <p:nvPr/>
        </p:nvSpPr>
        <p:spPr>
          <a:xfrm>
            <a:off x="1539371" y="-306705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Programação Concorrente com Threads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EA0F0D1-892E-45C9-8BA7-32EC62295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553474">
            <a:off x="7743951" y="9866948"/>
            <a:ext cx="1926545" cy="184514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BEA389C-70ED-4306-B249-22EB00AEC32D}"/>
              </a:ext>
            </a:extLst>
          </p:cNvPr>
          <p:cNvSpPr txBox="1"/>
          <p:nvPr/>
        </p:nvSpPr>
        <p:spPr>
          <a:xfrm>
            <a:off x="4448049" y="7064917"/>
            <a:ext cx="3295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DCC 403 – Sistemas Operacionais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2A6D021-29F9-44AB-8EE7-79A384EDC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173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BEB1BFB-1BBE-4555-8F20-F7DAA0979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733" y="-660400"/>
            <a:ext cx="12475633" cy="7518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644C3B-9695-431D-8587-9D56D9699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2097"/>
            <a:ext cx="9144000" cy="2387600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Escalonador com Prioridades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72C135-B755-4885-86A8-C29219774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1904"/>
            <a:ext cx="9144000" cy="1655762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Apresentação – Daniel Marchioro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AC6B771-6C90-4180-8CA6-A6DB50C3C1C4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Programação Concorrente com Threads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EA0F0D1-892E-45C9-8BA7-32EC62295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22" y="5066335"/>
            <a:ext cx="1926545" cy="184514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BEA389C-70ED-4306-B249-22EB00AEC32D}"/>
              </a:ext>
            </a:extLst>
          </p:cNvPr>
          <p:cNvSpPr txBox="1"/>
          <p:nvPr/>
        </p:nvSpPr>
        <p:spPr>
          <a:xfrm>
            <a:off x="4463420" y="6398167"/>
            <a:ext cx="3295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DCC 403 – Sistemas Operacionais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EA7124E-9967-45D6-B17C-DC45130CF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7272431"/>
            <a:ext cx="5819775" cy="252629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CD0F8F7-4C20-465B-8B22-D924CECF2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500" y="-1873388"/>
            <a:ext cx="5603875" cy="187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75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0D1DB3A-5064-4A34-8F16-260EA568D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082822">
            <a:off x="3786369" y="209133"/>
            <a:ext cx="1727709" cy="114841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67" y="-685800"/>
            <a:ext cx="12276667" cy="75438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5695950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35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Escalonador – o que é?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87CB60-1ECE-4F82-9F09-8DC919319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/>
          <a:lstStyle/>
          <a:p>
            <a:r>
              <a:rPr lang="pt-BR" dirty="0"/>
              <a:t>A CPU não consegue executar mais de um processo por vez.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Um escalonador é um componente do sistema que analisa os processos e decide qual deles vai usar a CPU, um de cada vez.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77AC7BD-0909-45B9-94A1-1334E3DC2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200" y="4399175"/>
            <a:ext cx="5819775" cy="25262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227B304-CFE2-4340-87F7-41B6501A5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200" y="1844654"/>
            <a:ext cx="5603875" cy="187338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F9408E3-FC99-4A25-92BE-B1F9728F05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341791" y="3507736"/>
            <a:ext cx="5190067" cy="153050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4DF58AD-9F8F-4F94-9D04-DE694B05F5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665830">
            <a:off x="-1420152" y="4022248"/>
            <a:ext cx="938344" cy="107171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84394DE-EE25-470C-B532-72C49C9836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76667" y="3747689"/>
            <a:ext cx="5308600" cy="16788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4522C93-F73B-4CB1-84C1-634206C26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16765">
            <a:off x="5626827" y="-1595801"/>
            <a:ext cx="938344" cy="158373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66B735A-E953-4FCB-92C9-4E0BCA5FB7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9183" y="7608569"/>
            <a:ext cx="6143806" cy="201686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564138F2-0BFE-4131-8A68-F4BDFC1D99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8438798">
            <a:off x="13024301" y="5299492"/>
            <a:ext cx="1253223" cy="120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11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67" y="-1221280"/>
            <a:ext cx="12276667" cy="92964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5695950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35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PONTO IMPORTANTE!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87CB60-1ECE-4F82-9F09-8DC919319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/>
          <a:lstStyle/>
          <a:p>
            <a:pPr algn="just"/>
            <a:r>
              <a:rPr lang="pt-BR" dirty="0"/>
              <a:t>Nas próximas vezes que nesse slide for citado algo como “libera a CPU”, é quando o processo usa a CPU e então entra em modo de I/O, esperando algo que acontece fora da CPU. É nesse tempo que liberamos espaço para outro processo, o processo vai para a fila de I/O, e então volta para a fila de processos padrão.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BD82D17-D7C6-48A4-B78B-277A5115C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410" y="162793"/>
            <a:ext cx="2429214" cy="161471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6AC56CC-C01E-4C3D-ADE5-E208393F6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33" y="3426920"/>
            <a:ext cx="5190067" cy="153050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7E18036-A0A1-4674-ACAC-450A841F8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35648">
            <a:off x="5182382" y="3759427"/>
            <a:ext cx="938344" cy="107171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61B485B-B66C-4243-967A-0FBD80BFC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806" y="3455858"/>
            <a:ext cx="5308600" cy="167885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B39A304-0BEF-4B19-A275-F5DA66B68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473936">
            <a:off x="5627554" y="4299370"/>
            <a:ext cx="938344" cy="158373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B3BB41D-C3C8-4150-A2AA-DA29AB9FD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2309" y="4914531"/>
            <a:ext cx="6143806" cy="20168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BDDDBE4-F2E5-48BD-8260-DA128A69DC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317640" y="-1608263"/>
            <a:ext cx="3881887" cy="181154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C8D4E10-EFC0-4AEF-8DAD-0544B0C76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638255" y="7213955"/>
            <a:ext cx="4202502" cy="143675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B287C52-21DE-4141-9BC1-E48A70DA6D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50701" y="-2333491"/>
            <a:ext cx="6096000" cy="261300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4D39253-0AE6-43E3-A4B4-A889927EFD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41848" y="7484576"/>
            <a:ext cx="4202502" cy="205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02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999" y="-736600"/>
            <a:ext cx="12573000" cy="79248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5435600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35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 Tipos de escalonador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87CB60-1ECE-4F82-9F09-8DC919319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13" y="1595769"/>
            <a:ext cx="10515600" cy="567726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                       |Cooperativo|                                            |Preemptivo|                                                   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36ECE9-CFF9-4505-832B-E4CE16136A0C}"/>
              </a:ext>
            </a:extLst>
          </p:cNvPr>
          <p:cNvSpPr txBox="1"/>
          <p:nvPr/>
        </p:nvSpPr>
        <p:spPr>
          <a:xfrm>
            <a:off x="1541792" y="2158993"/>
            <a:ext cx="3692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Deixa um processo usar a CPU até</a:t>
            </a:r>
          </a:p>
          <a:p>
            <a:pPr algn="ctr"/>
            <a:r>
              <a:rPr lang="pt-BR" dirty="0"/>
              <a:t>ele mesmo liberar espaço para outro</a:t>
            </a:r>
          </a:p>
          <a:p>
            <a:pPr algn="ctr"/>
            <a:r>
              <a:rPr lang="pt-BR" dirty="0"/>
              <a:t>processo.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D0124BE-F44F-4D88-9189-4B79F4A9D8D1}"/>
              </a:ext>
            </a:extLst>
          </p:cNvPr>
          <p:cNvSpPr txBox="1"/>
          <p:nvPr/>
        </p:nvSpPr>
        <p:spPr>
          <a:xfrm>
            <a:off x="6637488" y="2054588"/>
            <a:ext cx="4716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Dada condição de interrupção, o sistema força a parada do processo mesmo que ele não queria e joga ele pro final da fila.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52C842C-A90A-409F-8306-913D23158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203" y="3072172"/>
            <a:ext cx="3881887" cy="181154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27FD068-C3CF-4942-A811-2A175FC8B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203" y="4924481"/>
            <a:ext cx="4202502" cy="143675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850AD40-3EEA-412A-8323-4867AA8C0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0697" y="4097515"/>
            <a:ext cx="938344" cy="107171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552CCF85-9054-4F9B-BD19-434C56EC6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823633"/>
            <a:ext cx="6096000" cy="2613006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D24C408-0925-40AD-9DCA-C85A72EB2D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199" y="4600016"/>
            <a:ext cx="4202502" cy="205404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25257577-F574-4155-8F32-5DA61E6C8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907" y="4428995"/>
            <a:ext cx="938344" cy="107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21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999" y="-736600"/>
            <a:ext cx="12573000" cy="79248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6290734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78" y="142178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Algoritmos de Prioridade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6112B6-0F1A-4E5D-BFBE-5507802E6290}"/>
              </a:ext>
            </a:extLst>
          </p:cNvPr>
          <p:cNvSpPr txBox="1"/>
          <p:nvPr/>
        </p:nvSpPr>
        <p:spPr>
          <a:xfrm>
            <a:off x="3192000" y="1613912"/>
            <a:ext cx="58080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latin typeface="Agency FB" panose="020B0503020202020204" pitchFamily="34" charset="0"/>
              </a:rPr>
              <a:t>FIFO – </a:t>
            </a:r>
            <a:r>
              <a:rPr lang="pt-BR" sz="6000" dirty="0" err="1">
                <a:latin typeface="Agency FB" panose="020B0503020202020204" pitchFamily="34" charset="0"/>
              </a:rPr>
              <a:t>First</a:t>
            </a:r>
            <a:r>
              <a:rPr lang="pt-BR" sz="6000" dirty="0">
                <a:latin typeface="Agency FB" panose="020B0503020202020204" pitchFamily="34" charset="0"/>
              </a:rPr>
              <a:t> In </a:t>
            </a:r>
            <a:r>
              <a:rPr lang="pt-BR" sz="6000" dirty="0" err="1">
                <a:latin typeface="Agency FB" panose="020B0503020202020204" pitchFamily="34" charset="0"/>
              </a:rPr>
              <a:t>First</a:t>
            </a:r>
            <a:r>
              <a:rPr lang="pt-BR" sz="6000" dirty="0">
                <a:latin typeface="Agency FB" panose="020B0503020202020204" pitchFamily="34" charset="0"/>
              </a:rPr>
              <a:t> Out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88BA1C-C834-4281-AE7C-AC750D897FAC}"/>
              </a:ext>
            </a:extLst>
          </p:cNvPr>
          <p:cNvSpPr txBox="1"/>
          <p:nvPr/>
        </p:nvSpPr>
        <p:spPr>
          <a:xfrm>
            <a:off x="2879985" y="2782669"/>
            <a:ext cx="6432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acesso a CPU é dado basicamente por uma fila, o primeiro que chega, utiliza a CPU, termina o que tem que fazer e libera o espaço.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7CDFC2D-AEE8-483E-9A55-0A29E9ADA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599" y="3858269"/>
            <a:ext cx="3881887" cy="181154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56D7712-B18B-48A4-B3FD-E40B554E9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689062">
            <a:off x="5275840" y="4247496"/>
            <a:ext cx="938344" cy="107171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5B5E6EC-5B04-49F6-9D68-4663CAFEC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390" y="3944503"/>
            <a:ext cx="4202502" cy="143675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29FE192-481D-40D8-8FFE-DF52C9401F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788" y="-1627000"/>
            <a:ext cx="6873426" cy="175812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2CCC597-F6C5-4A12-AA37-40B91B72F2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7750" y="7463471"/>
            <a:ext cx="6553200" cy="192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46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999" y="-736600"/>
            <a:ext cx="12573000" cy="79248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6290734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78" y="142178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Algoritmos de Prioridade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6112B6-0F1A-4E5D-BFBE-5507802E6290}"/>
              </a:ext>
            </a:extLst>
          </p:cNvPr>
          <p:cNvSpPr txBox="1"/>
          <p:nvPr/>
        </p:nvSpPr>
        <p:spPr>
          <a:xfrm>
            <a:off x="2438588" y="1400459"/>
            <a:ext cx="73148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latin typeface="Agency FB" panose="020B0503020202020204" pitchFamily="34" charset="0"/>
              </a:rPr>
              <a:t>Trabalho mais curto primeiro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88BA1C-C834-4281-AE7C-AC750D897FAC}"/>
              </a:ext>
            </a:extLst>
          </p:cNvPr>
          <p:cNvSpPr txBox="1"/>
          <p:nvPr/>
        </p:nvSpPr>
        <p:spPr>
          <a:xfrm>
            <a:off x="2659286" y="2451812"/>
            <a:ext cx="6873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acesso a CPU é dado para quem tem a tarefa mais rápida a se cumprir, quanto menor o tempo de uso da CPU, maior a sua prioridade.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56D7712-B18B-48A4-B3FD-E40B554E9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48148">
            <a:off x="5406129" y="4232253"/>
            <a:ext cx="938344" cy="107171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D56936D-5CCD-4F37-A023-04333B17A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588" y="2985290"/>
            <a:ext cx="6873426" cy="175812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F9B096E-1D1D-4C02-9B0A-243A25F73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8701" y="4967634"/>
            <a:ext cx="6553200" cy="192621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3D69DEE-C4C6-4275-9D8E-131746189A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59862" y="3098143"/>
            <a:ext cx="6833916" cy="188198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7678BA7-A02F-4F1D-8374-B792BC0D69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873183" y="4768109"/>
            <a:ext cx="7058254" cy="219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67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999" y="-736600"/>
            <a:ext cx="12573000" cy="79248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6290734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78" y="142178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Algoritmos de Prioridade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6112B6-0F1A-4E5D-BFBE-5507802E6290}"/>
              </a:ext>
            </a:extLst>
          </p:cNvPr>
          <p:cNvSpPr txBox="1"/>
          <p:nvPr/>
        </p:nvSpPr>
        <p:spPr>
          <a:xfrm>
            <a:off x="2860979" y="1334513"/>
            <a:ext cx="64700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latin typeface="Agency FB" panose="020B0503020202020204" pitchFamily="34" charset="0"/>
              </a:rPr>
              <a:t>Maior prioridade primeiro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88BA1C-C834-4281-AE7C-AC750D897FAC}"/>
              </a:ext>
            </a:extLst>
          </p:cNvPr>
          <p:cNvSpPr txBox="1"/>
          <p:nvPr/>
        </p:nvSpPr>
        <p:spPr>
          <a:xfrm>
            <a:off x="2002380" y="2347612"/>
            <a:ext cx="8187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Cada processo quando iniciado é atribuído um valor de prioridade. Se o número de prioridade é maior ou menor para a escolha, a equipe de implementação que decide.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56D7712-B18B-48A4-B3FD-E40B554E9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48148">
            <a:off x="5248141" y="4225121"/>
            <a:ext cx="792397" cy="90502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D15D28-A996-40FC-AED5-4D19A38C4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862" y="2893902"/>
            <a:ext cx="6833916" cy="188198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45FAF7B-D476-4FCC-8C2C-71C96BE8F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524" y="4583693"/>
            <a:ext cx="7058254" cy="219343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9C1BD61-D35D-4AFA-86E2-F7F51FCBD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271" y="-3860975"/>
            <a:ext cx="6589862" cy="282469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5627A30-1D21-4FA9-95E2-7A2673995A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6339" y="7969250"/>
            <a:ext cx="5039364" cy="246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711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999" y="-736600"/>
            <a:ext cx="12573000" cy="79248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6290734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78" y="142178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Algoritmos de Prioridade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6112B6-0F1A-4E5D-BFBE-5507802E6290}"/>
              </a:ext>
            </a:extLst>
          </p:cNvPr>
          <p:cNvSpPr txBox="1"/>
          <p:nvPr/>
        </p:nvSpPr>
        <p:spPr>
          <a:xfrm>
            <a:off x="4225694" y="1261291"/>
            <a:ext cx="31662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latin typeface="Agency FB" panose="020B0503020202020204" pitchFamily="34" charset="0"/>
              </a:rPr>
              <a:t>Round Robin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88BA1C-C834-4281-AE7C-AC750D897FAC}"/>
              </a:ext>
            </a:extLst>
          </p:cNvPr>
          <p:cNvSpPr txBox="1"/>
          <p:nvPr/>
        </p:nvSpPr>
        <p:spPr>
          <a:xfrm>
            <a:off x="2010862" y="2234202"/>
            <a:ext cx="778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Round Robin depende do hardware ter um timer. É definida uma quantidade de tempo fixa para cada processo utilizar a CPU, se ele não finaliza a tempo, ele é interrompido e volta para o final da fila.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56D7712-B18B-48A4-B3FD-E40B554E9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48148">
            <a:off x="5248142" y="4047470"/>
            <a:ext cx="792397" cy="90502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229F78D-C039-42B6-BEBC-895E17542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862" y="2424982"/>
            <a:ext cx="6589862" cy="282469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00E12D6-6C6E-4005-8FA0-D32A37DFE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4831" y="4539658"/>
            <a:ext cx="5039364" cy="246307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1C71487-D847-4227-9656-D8421A4F3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734840" y="3217607"/>
            <a:ext cx="6833916" cy="188198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9A639CF-857E-401D-9FB7-B29B0C0772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4970" y="3547260"/>
            <a:ext cx="7058254" cy="2193435"/>
          </a:xfrm>
          <a:prstGeom prst="rect">
            <a:avLst/>
          </a:prstGeom>
        </p:spPr>
      </p:pic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8D221E78-68C1-4CB9-9642-6ADCFEBE56BC}"/>
              </a:ext>
            </a:extLst>
          </p:cNvPr>
          <p:cNvSpPr txBox="1">
            <a:spLocks/>
          </p:cNvSpPr>
          <p:nvPr/>
        </p:nvSpPr>
        <p:spPr>
          <a:xfrm>
            <a:off x="-8153745" y="5659129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4218E21-8B69-44F8-91EA-6A7D5B24A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48148">
            <a:off x="-4257614" y="7699326"/>
            <a:ext cx="792397" cy="90502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2D91BA77-8C5B-46E0-A71B-3297A36B1E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819512" y="6103880"/>
            <a:ext cx="6819512" cy="21686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C16ABD5-B50A-4EEA-9D45-F0257A3D87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43889" y="6560336"/>
            <a:ext cx="7286625" cy="218265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F230AF8-49BF-45CA-81FD-005CD89334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616040" y="7995014"/>
            <a:ext cx="2886478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42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999" y="-736600"/>
            <a:ext cx="12573000" cy="79248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6290734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78" y="142178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Algoritmos de Prioridade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6112B6-0F1A-4E5D-BFBE-5507802E6290}"/>
              </a:ext>
            </a:extLst>
          </p:cNvPr>
          <p:cNvSpPr txBox="1"/>
          <p:nvPr/>
        </p:nvSpPr>
        <p:spPr>
          <a:xfrm>
            <a:off x="3064818" y="1261291"/>
            <a:ext cx="56813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latin typeface="Agency FB" panose="020B0503020202020204" pitchFamily="34" charset="0"/>
              </a:rPr>
              <a:t>Aging (anti-starvation)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88BA1C-C834-4281-AE7C-AC750D897FAC}"/>
              </a:ext>
            </a:extLst>
          </p:cNvPr>
          <p:cNvSpPr txBox="1"/>
          <p:nvPr/>
        </p:nvSpPr>
        <p:spPr>
          <a:xfrm>
            <a:off x="2010862" y="2234202"/>
            <a:ext cx="778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Aging também funciona com um timer, ele vai aumentando a prioridade de processos grandes com o tempo para que eles não fiquem presos infinitamente atrás da fila.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56D7712-B18B-48A4-B3FD-E40B554E9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48148">
            <a:off x="5248142" y="4353230"/>
            <a:ext cx="792397" cy="90502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D8A6E40-A80D-4F13-84EE-660EBBF6B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244" y="2757784"/>
            <a:ext cx="6819512" cy="21686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B270906-0E56-41B9-BAA2-00B58228D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225" y="4805741"/>
            <a:ext cx="7286625" cy="218265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89936B7-727F-4062-B11D-844D2C907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9716" y="4648918"/>
            <a:ext cx="2886478" cy="52394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2AABFA1-0A9F-4B4F-8465-8BE49F3DC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48148">
            <a:off x="5115862" y="8243632"/>
            <a:ext cx="792397" cy="90502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05B99F4-F149-4C67-BDD2-044A2D4DF0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9582" y="6621144"/>
            <a:ext cx="6589862" cy="282469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5CF3148-4946-4CBE-8CA2-49DEF02D95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2551" y="8735820"/>
            <a:ext cx="5039364" cy="2463077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DF74A72C-FB49-4347-B835-F6A7BBCD75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26184" y="4048398"/>
            <a:ext cx="3943900" cy="151468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AC72A7F-5472-45E2-B06F-752276FB9B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4539" y="7376293"/>
            <a:ext cx="4991797" cy="178142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DDA29F3B-17A8-4F37-869B-27F50A60C0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495891" y="7781615"/>
            <a:ext cx="4934639" cy="182905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BD6D7E85-8C8A-4197-B371-64FE912529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5496640" y="2495967"/>
            <a:ext cx="5115639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15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999" y="-736600"/>
            <a:ext cx="12573000" cy="79248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46751E2-59BA-406C-A0A8-3C33CCFE2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747" y="3208751"/>
            <a:ext cx="4161553" cy="2177647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6290734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78" y="142178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Algoritmos de Prioridade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6112B6-0F1A-4E5D-BFBE-5507802E6290}"/>
              </a:ext>
            </a:extLst>
          </p:cNvPr>
          <p:cNvSpPr txBox="1"/>
          <p:nvPr/>
        </p:nvSpPr>
        <p:spPr>
          <a:xfrm>
            <a:off x="4152959" y="1287880"/>
            <a:ext cx="29258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latin typeface="Agency FB" panose="020B0503020202020204" pitchFamily="34" charset="0"/>
              </a:rPr>
              <a:t>Multi queue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88BA1C-C834-4281-AE7C-AC750D897FAC}"/>
              </a:ext>
            </a:extLst>
          </p:cNvPr>
          <p:cNvSpPr txBox="1"/>
          <p:nvPr/>
        </p:nvSpPr>
        <p:spPr>
          <a:xfrm>
            <a:off x="2010862" y="2234202"/>
            <a:ext cx="778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Implementa várias filas, e cada uma delas tem um peso para executar um processo. É importante apontar que, dentro de cada uma delas, tem algoritmos de prioridade e organização diferentes.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493EFAF-DA94-47D2-B136-7B0402BDC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44" y="5150627"/>
            <a:ext cx="4033306" cy="149497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F310F87-FCC3-44FB-9338-54F7CDD34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612" y="4814896"/>
            <a:ext cx="4031514" cy="143872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3269281-91CF-4BFC-820A-06E9BD4452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1" y="3845011"/>
            <a:ext cx="3171542" cy="121805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914902B-8F1C-48BD-B8C6-B9C92EC567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2308" y="6134443"/>
            <a:ext cx="5152571" cy="318991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C8C508FF-78F2-47D1-BB4D-A390E3AE91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498311" y="2925762"/>
            <a:ext cx="6185636" cy="26084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4B7CCD5-86D1-4204-BE7A-C47F929618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893454">
            <a:off x="5509301" y="-1270111"/>
            <a:ext cx="792397" cy="90502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0C45926-A0A3-4670-9067-5A4BF94B93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22302" y="2523688"/>
            <a:ext cx="6078061" cy="407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72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3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32" tmFilter="0, 0; 0.125,0.2665; 0.25,0.4; 0.375,0.465; 0.5,0.5;  0.625,0.535; 0.75,0.6; 0.875,0.7335; 1,1">
                                          <p:stCondLst>
                                            <p:cond delay="23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16" tmFilter="0, 0; 0.125,0.2665; 0.25,0.4; 0.375,0.465; 0.5,0.5;  0.625,0.535; 0.75,0.6; 0.875,0.7335; 1,1">
                                          <p:stCondLst>
                                            <p:cond delay="463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7" tmFilter="0, 0; 0.125,0.2665; 0.25,0.4; 0.375,0.465; 0.5,0.5;  0.625,0.535; 0.75,0.6; 0.875,0.7335; 1,1">
                                          <p:stCondLst>
                                            <p:cond delay="58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9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58" decel="50000">
                                          <p:stCondLst>
                                            <p:cond delay="237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9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58" decel="50000">
                                          <p:stCondLst>
                                            <p:cond delay="4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9">
                                          <p:stCondLst>
                                            <p:cond delay="57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58" decel="50000">
                                          <p:stCondLst>
                                            <p:cond delay="58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9">
                                          <p:stCondLst>
                                            <p:cond delay="633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58" decel="50000">
                                          <p:stCondLst>
                                            <p:cond delay="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A08799-0507-42EC-A61C-1964C3E0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0" y="-754185"/>
            <a:ext cx="12573000" cy="79248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E2BEE78-7FC9-4547-A794-D5C2571F5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9636" y="3042494"/>
            <a:ext cx="6185636" cy="2608498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FF6BC98-70F8-40D0-9158-795D010EC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684059">
            <a:off x="3839605" y="425378"/>
            <a:ext cx="896229" cy="79881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3FB51E13-887E-408A-BC1F-3EE665A65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053637">
            <a:off x="1392240" y="526479"/>
            <a:ext cx="1107994" cy="596612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48AF16-CDD0-4C5F-B07A-5F7EB9238DA7}"/>
              </a:ext>
            </a:extLst>
          </p:cNvPr>
          <p:cNvSpPr/>
          <p:nvPr/>
        </p:nvSpPr>
        <p:spPr>
          <a:xfrm>
            <a:off x="838200" y="365941"/>
            <a:ext cx="6290734" cy="895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9EE08C-4897-4CD7-A58D-6EA72D3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78" y="142178"/>
            <a:ext cx="10515600" cy="1325563"/>
          </a:xfrm>
        </p:spPr>
        <p:txBody>
          <a:bodyPr/>
          <a:lstStyle/>
          <a:p>
            <a:r>
              <a:rPr lang="pt-BR" dirty="0">
                <a:latin typeface="MS UI Gothic" panose="020B0600070205080204" pitchFamily="34" charset="-128"/>
                <a:ea typeface="MS UI Gothic" panose="020B0600070205080204" pitchFamily="34" charset="-128"/>
              </a:rPr>
              <a:t>Algoritmos de Prioridade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6112B6-0F1A-4E5D-BFBE-5507802E6290}"/>
              </a:ext>
            </a:extLst>
          </p:cNvPr>
          <p:cNvSpPr txBox="1"/>
          <p:nvPr/>
        </p:nvSpPr>
        <p:spPr>
          <a:xfrm>
            <a:off x="2953911" y="1287880"/>
            <a:ext cx="53238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latin typeface="Agency FB" panose="020B0503020202020204" pitchFamily="34" charset="0"/>
              </a:rPr>
              <a:t>Multi Feedback queue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88BA1C-C834-4281-AE7C-AC750D897FAC}"/>
              </a:ext>
            </a:extLst>
          </p:cNvPr>
          <p:cNvSpPr txBox="1"/>
          <p:nvPr/>
        </p:nvSpPr>
        <p:spPr>
          <a:xfrm>
            <a:off x="2010862" y="2234202"/>
            <a:ext cx="7789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Assim como o anterior, implementa múltiplas filas, mas muda os processos dinamicamente caso eles necessitem.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7FD7EA7-17D2-487A-B09D-C9D8F7DB4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17633">
            <a:off x="5158314" y="3875460"/>
            <a:ext cx="792397" cy="90502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1C68E68-9FB4-497C-B7DD-E7B3E42B9A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200" y="4056037"/>
            <a:ext cx="5152571" cy="318991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EC17E8F-FB73-42F4-8549-B129F8E266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4226" y="2736965"/>
            <a:ext cx="6078061" cy="407824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9B41109-6299-4F37-8B8A-BB59DF0C1E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236736" y="-2605488"/>
            <a:ext cx="3382397" cy="435808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D1701E5-A9A2-4B35-B957-30F365C0D9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9678" y="5980593"/>
            <a:ext cx="3059382" cy="276477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7867CF7-4E82-4E39-BC2C-EACFF291C8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396197" y="6500477"/>
            <a:ext cx="2675910" cy="224489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6C7D01A3-B7FC-4BF7-974B-BE8601C3D7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16951" y="-2187898"/>
            <a:ext cx="3277057" cy="2867425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43F783-DC09-42A4-B5BE-3242850D92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881840" y="-1953135"/>
            <a:ext cx="4161553" cy="2177647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3981937-6057-4EF5-B165-0FF215BF1EF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058242" y="7288032"/>
            <a:ext cx="4033306" cy="149497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6884A1B-55DB-42B2-9AC5-5A40166A82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78251" y="7169065"/>
            <a:ext cx="4031514" cy="1438728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C9CBBFDA-7C53-42E5-B6D4-BD307C7B6B5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78251" y="-1363214"/>
            <a:ext cx="3171542" cy="121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29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6AA595A4-C336-44BD-B1A8-4840BE773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51067" y="-5846240"/>
            <a:ext cx="30211159" cy="1904218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9" y="-125602"/>
            <a:ext cx="3382397" cy="4358089"/>
          </a:xfrm>
          <a:prstGeom prst="rect">
            <a:avLst/>
          </a:prstGeom>
        </p:spPr>
      </p:pic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0A1CDE5-F20B-4BA3-8A09-C35A924CB40F}"/>
              </a:ext>
            </a:extLst>
          </p:cNvPr>
          <p:cNvSpPr/>
          <p:nvPr/>
        </p:nvSpPr>
        <p:spPr>
          <a:xfrm>
            <a:off x="1352012" y="963913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E28B148-8CCD-45C5-B4C6-B030DBFCD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700" y="7210967"/>
            <a:ext cx="8396894" cy="426580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DC3ED1-3C8D-4624-B713-770FD7245B79}"/>
              </a:ext>
            </a:extLst>
          </p:cNvPr>
          <p:cNvSpPr txBox="1"/>
          <p:nvPr/>
        </p:nvSpPr>
        <p:spPr>
          <a:xfrm>
            <a:off x="2621722" y="938232"/>
            <a:ext cx="68852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AVISO IMPORTANTE!!!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9FC1F06F-C55B-4ACE-A934-4E6319774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3919" y="4346787"/>
            <a:ext cx="3059382" cy="276477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79068" y="5105399"/>
            <a:ext cx="2675910" cy="2244891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171" y="-567233"/>
            <a:ext cx="3277057" cy="286742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1444E41-C91A-4967-80FA-50BA131B8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78064" y="740192"/>
            <a:ext cx="734149" cy="611780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8FB2ED35-4D85-4258-BBCD-0A49C59F4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2396019" y="370096"/>
            <a:ext cx="734149" cy="6117808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3B6A57C5-7CEB-4045-A2E3-E5FC64299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5" y="-1382435"/>
            <a:ext cx="11984971" cy="1426187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DE89F5C-5B05-4C32-8150-173EEEED5F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158" y="-7643055"/>
            <a:ext cx="9231013" cy="51823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0180009-F920-4717-87F2-59C5ADC2D6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4053" y="1316375"/>
            <a:ext cx="1314633" cy="117173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ADC3C62-034B-4DE6-9B9D-C0E748D413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70851">
            <a:off x="-150479" y="1946185"/>
            <a:ext cx="1805447" cy="972164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D59BF5BB-A6B4-4C58-AA5C-536F7603F6F6}"/>
              </a:ext>
            </a:extLst>
          </p:cNvPr>
          <p:cNvSpPr txBox="1"/>
          <p:nvPr/>
        </p:nvSpPr>
        <p:spPr>
          <a:xfrm>
            <a:off x="5473924" y="-2597882"/>
            <a:ext cx="1021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u="sng" dirty="0">
                <a:latin typeface="Agency FB" panose="020B0503020202020204" pitchFamily="34" charset="0"/>
              </a:rPr>
              <a:t>Implementação do projeto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9AE1FC1-7756-4B5B-89E2-CD92AA11CC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685233">
            <a:off x="10501104" y="2657167"/>
            <a:ext cx="1810695" cy="103172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839185D2-9762-4036-A8EE-4694560C8A1D}"/>
              </a:ext>
            </a:extLst>
          </p:cNvPr>
          <p:cNvSpPr txBox="1"/>
          <p:nvPr/>
        </p:nvSpPr>
        <p:spPr>
          <a:xfrm>
            <a:off x="1423989" y="2594959"/>
            <a:ext cx="91000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gency FB" panose="020B0503020202020204" pitchFamily="34" charset="0"/>
              </a:rPr>
              <a:t>O Escalonador desse projeto é </a:t>
            </a:r>
            <a:r>
              <a:rPr lang="pt-BR" sz="2800" b="1" u="sng" dirty="0">
                <a:latin typeface="Agency FB" panose="020B0503020202020204" pitchFamily="34" charset="0"/>
              </a:rPr>
              <a:t>PURAMENTE</a:t>
            </a:r>
            <a:r>
              <a:rPr lang="pt-BR" sz="2800" u="sng" dirty="0">
                <a:latin typeface="Agency FB" panose="020B0503020202020204" pitchFamily="34" charset="0"/>
              </a:rPr>
              <a:t> </a:t>
            </a:r>
            <a:r>
              <a:rPr lang="pt-BR" sz="2800" b="1" u="sng" dirty="0">
                <a:latin typeface="Agency FB" panose="020B0503020202020204" pitchFamily="34" charset="0"/>
              </a:rPr>
              <a:t>DIDÁTICO!</a:t>
            </a:r>
            <a:r>
              <a:rPr lang="pt-BR" sz="2800" dirty="0">
                <a:latin typeface="Agency FB" panose="020B0503020202020204" pitchFamily="34" charset="0"/>
              </a:rPr>
              <a:t> O objetivo é apresentar alguns conceitos de prioridade de um sistema operacional para gerenciar a CPU, o comportamento de processos e seu devido controle.</a:t>
            </a: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pPr algn="just"/>
            <a:r>
              <a:rPr lang="pt-BR" sz="2800" dirty="0">
                <a:latin typeface="Agency FB" panose="020B0503020202020204" pitchFamily="34" charset="0"/>
              </a:rPr>
              <a:t>Um escalonador real, presentes em sistemas operacionais modernos, possui um nível de complexidade significativamente maior, envolvendo muito mais camadas, além de diversas estratégias avançadas de otimização e balanceamento.</a:t>
            </a:r>
          </a:p>
        </p:txBody>
      </p:sp>
    </p:spTree>
    <p:extLst>
      <p:ext uri="{BB962C8B-B14F-4D97-AF65-F5344CB8AC3E}">
        <p14:creationId xmlns:p14="http://schemas.microsoft.com/office/powerpoint/2010/main" val="492013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6AA595A4-C336-44BD-B1A8-4840BE773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51067" y="-5846240"/>
            <a:ext cx="30211159" cy="1904218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9" y="-125602"/>
            <a:ext cx="3382397" cy="4358089"/>
          </a:xfrm>
          <a:prstGeom prst="rect">
            <a:avLst/>
          </a:prstGeom>
        </p:spPr>
      </p:pic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0A1CDE5-F20B-4BA3-8A09-C35A924CB40F}"/>
              </a:ext>
            </a:extLst>
          </p:cNvPr>
          <p:cNvSpPr/>
          <p:nvPr/>
        </p:nvSpPr>
        <p:spPr>
          <a:xfrm>
            <a:off x="1352012" y="963913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E28B148-8CCD-45C5-B4C6-B030DBFCD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700" y="7210967"/>
            <a:ext cx="8396894" cy="426580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DC3ED1-3C8D-4624-B713-770FD7245B79}"/>
              </a:ext>
            </a:extLst>
          </p:cNvPr>
          <p:cNvSpPr txBox="1"/>
          <p:nvPr/>
        </p:nvSpPr>
        <p:spPr>
          <a:xfrm>
            <a:off x="2621722" y="938232"/>
            <a:ext cx="68852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AVISO IMPORTANTE!!!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9FC1F06F-C55B-4ACE-A934-4E6319774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3919" y="4346787"/>
            <a:ext cx="3059382" cy="276477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79068" y="5105399"/>
            <a:ext cx="2675910" cy="2244891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171" y="-567233"/>
            <a:ext cx="3277057" cy="286742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1444E41-C91A-4967-80FA-50BA131B8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78064" y="740192"/>
            <a:ext cx="734149" cy="611780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8FB2ED35-4D85-4258-BBCD-0A49C59F4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2396019" y="370096"/>
            <a:ext cx="734149" cy="6117808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3B6A57C5-7CEB-4045-A2E3-E5FC64299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5" y="-1382435"/>
            <a:ext cx="11984971" cy="1426187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DE89F5C-5B05-4C32-8150-173EEEED5F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158" y="-7643055"/>
            <a:ext cx="9231013" cy="51823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0180009-F920-4717-87F2-59C5ADC2D6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237691">
            <a:off x="10603753" y="1306989"/>
            <a:ext cx="1314633" cy="117173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ADC3C62-034B-4DE6-9B9D-C0E748D413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778620">
            <a:off x="73740" y="1044177"/>
            <a:ext cx="1805447" cy="972164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D59BF5BB-A6B4-4C58-AA5C-536F7603F6F6}"/>
              </a:ext>
            </a:extLst>
          </p:cNvPr>
          <p:cNvSpPr txBox="1"/>
          <p:nvPr/>
        </p:nvSpPr>
        <p:spPr>
          <a:xfrm>
            <a:off x="5473924" y="-2597882"/>
            <a:ext cx="1021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u="sng" dirty="0">
                <a:latin typeface="Agency FB" panose="020B0503020202020204" pitchFamily="34" charset="0"/>
              </a:rPr>
              <a:t>Implementação do projeto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9AE1FC1-7756-4B5B-89E2-CD92AA11CC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0230060" flipH="1">
            <a:off x="-261468" y="4063422"/>
            <a:ext cx="1702808" cy="103172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839185D2-9762-4036-A8EE-4694560C8A1D}"/>
              </a:ext>
            </a:extLst>
          </p:cNvPr>
          <p:cNvSpPr txBox="1"/>
          <p:nvPr/>
        </p:nvSpPr>
        <p:spPr>
          <a:xfrm>
            <a:off x="1423989" y="2594959"/>
            <a:ext cx="91000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gency FB" panose="020B0503020202020204" pitchFamily="34" charset="0"/>
              </a:rPr>
              <a:t>Esse escalonador é uma mistura de um escalonador cooperativo e preemptivo, e mistura alguns algoritmos apresentados.</a:t>
            </a: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pPr algn="just"/>
            <a:r>
              <a:rPr lang="pt-BR" sz="2800" dirty="0">
                <a:latin typeface="Agency FB" panose="020B0503020202020204" pitchFamily="34" charset="0"/>
              </a:rPr>
              <a:t>Ele mistura o Round Robin, com Aging e um algoritmo de maior prioridade.</a:t>
            </a: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pPr algn="just"/>
            <a:r>
              <a:rPr lang="pt-BR" sz="2800" dirty="0">
                <a:latin typeface="Agency FB" panose="020B0503020202020204" pitchFamily="34" charset="0"/>
              </a:rPr>
              <a:t>Ele não é preemptivo pois os processos param de executar e entregam a CPU voluntariamente após um quantum. Não é o sistema que força a parada deles.</a:t>
            </a: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17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A7CEF537-A8B8-4BC2-A588-7E74B3FC7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51067" y="-5846240"/>
            <a:ext cx="30211159" cy="1904218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9" y="-125602"/>
            <a:ext cx="3382397" cy="4358089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E28B148-8CCD-45C5-B4C6-B030DBFCD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264" y="2313033"/>
            <a:ext cx="8396894" cy="4265802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9FC1F06F-C55B-4ACE-A934-4E6319774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3919" y="4346787"/>
            <a:ext cx="3059382" cy="276477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79068" y="5105399"/>
            <a:ext cx="2675910" cy="2244891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171" y="-567233"/>
            <a:ext cx="3277057" cy="286742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1444E41-C91A-4967-80FA-50BA131B8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78064" y="740192"/>
            <a:ext cx="734149" cy="611780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8FB2ED35-4D85-4258-BBCD-0A49C59F4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2396019" y="370096"/>
            <a:ext cx="734149" cy="6117808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3B6A57C5-7CEB-4045-A2E3-E5FC64299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5" y="-1382435"/>
            <a:ext cx="11984971" cy="1426187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DE89F5C-5B05-4C32-8150-173EEEED5F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158" y="-7643055"/>
            <a:ext cx="9231013" cy="518232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6598494-0D63-4B8D-BFE3-7D3749DC9D88}"/>
              </a:ext>
            </a:extLst>
          </p:cNvPr>
          <p:cNvSpPr txBox="1"/>
          <p:nvPr/>
        </p:nvSpPr>
        <p:spPr>
          <a:xfrm>
            <a:off x="2434273" y="-2610998"/>
            <a:ext cx="68852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AVISO IMPORTANTE!!!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F623E3-46E3-473C-B9E5-81FE7020C4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279938">
            <a:off x="-5060429" y="4057961"/>
            <a:ext cx="4163006" cy="2372056"/>
          </a:xfrm>
          <a:prstGeom prst="rect">
            <a:avLst/>
          </a:prstGeom>
        </p:spPr>
      </p:pic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37AFC31-15CA-4CCB-8861-FA60592057C3}"/>
              </a:ext>
            </a:extLst>
          </p:cNvPr>
          <p:cNvSpPr/>
          <p:nvPr/>
        </p:nvSpPr>
        <p:spPr>
          <a:xfrm>
            <a:off x="1349061" y="962075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F9851CD-1944-4AE1-9F07-3B74AB351D87}"/>
              </a:ext>
            </a:extLst>
          </p:cNvPr>
          <p:cNvSpPr txBox="1"/>
          <p:nvPr/>
        </p:nvSpPr>
        <p:spPr>
          <a:xfrm>
            <a:off x="1657305" y="970574"/>
            <a:ext cx="86487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Implementação do projeto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8BFB02EE-DE0F-481D-937B-D0C0D5A0C5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13690" y="5585283"/>
            <a:ext cx="680607" cy="45954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74800268-0E06-4919-AAD4-CC86460085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1886721">
            <a:off x="14308240" y="5769456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62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17209AA-52A6-47F0-8523-866654200B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8271" y="1768923"/>
            <a:ext cx="4343086" cy="219347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6252" y="1387684"/>
            <a:ext cx="5366668" cy="301286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642901" y="1849317"/>
            <a:ext cx="51730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Agency FB" panose="020B0503020202020204" pitchFamily="34" charset="0"/>
              </a:rPr>
              <a:t>Importação das bibliotecas</a:t>
            </a: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3A209DB-77FA-4B69-9BB3-588EB9984FF3}"/>
              </a:ext>
            </a:extLst>
          </p:cNvPr>
          <p:cNvSpPr/>
          <p:nvPr/>
        </p:nvSpPr>
        <p:spPr>
          <a:xfrm>
            <a:off x="1416252" y="-1721095"/>
            <a:ext cx="9265188" cy="1323439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771F8D4-B68D-42DE-B8CA-BC82C3B279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9676AD5-E3C2-4E74-9975-B421A53FBA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1886721">
            <a:off x="10784032" y="5350356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23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252" y="1387684"/>
            <a:ext cx="5366668" cy="3012866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658171" y="1095534"/>
            <a:ext cx="517306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dirty="0">
                <a:latin typeface="Agency FB" panose="020B0503020202020204" pitchFamily="34" charset="0"/>
              </a:rPr>
              <a:t>-Criação do Mutex;</a:t>
            </a:r>
          </a:p>
          <a:p>
            <a:pPr algn="just"/>
            <a:r>
              <a:rPr lang="pt-BR" sz="3600" dirty="0">
                <a:latin typeface="Agency FB" panose="020B0503020202020204" pitchFamily="34" charset="0"/>
              </a:rPr>
              <a:t>-Condição de ativação das threads;</a:t>
            </a:r>
          </a:p>
          <a:p>
            <a:pPr algn="just"/>
            <a:r>
              <a:rPr lang="pt-BR" sz="3600" dirty="0">
                <a:latin typeface="Agency FB" panose="020B0503020202020204" pitchFamily="34" charset="0"/>
              </a:rPr>
              <a:t>-Tamanho máximo para a fila de processos;</a:t>
            </a:r>
          </a:p>
          <a:p>
            <a:pPr algn="just"/>
            <a:r>
              <a:rPr lang="pt-BR" sz="3600" dirty="0">
                <a:latin typeface="Agency FB" panose="020B0503020202020204" pitchFamily="34" charset="0"/>
              </a:rPr>
              <a:t>-Tempo de interrupção.</a:t>
            </a:r>
          </a:p>
          <a:p>
            <a:endParaRPr lang="pt-BR" sz="36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455DB57-4DE7-4C49-9CDF-64BF190234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1263" y="1960309"/>
            <a:ext cx="4505954" cy="1762371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D3AB8591-6637-4CDB-8185-8A8262122DBB}"/>
              </a:ext>
            </a:extLst>
          </p:cNvPr>
          <p:cNvSpPr txBox="1"/>
          <p:nvPr/>
        </p:nvSpPr>
        <p:spPr>
          <a:xfrm>
            <a:off x="1410654" y="4734233"/>
            <a:ext cx="9400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Agency FB" panose="020B0503020202020204" pitchFamily="34" charset="0"/>
              </a:rPr>
              <a:t>-Uma variável global que vai indicar se a CPU está livre</a:t>
            </a:r>
          </a:p>
          <a:p>
            <a:endParaRPr lang="pt-BR" sz="44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6F9BB25-862C-4CDB-8199-1585C67154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FA8CE5F7-5093-4719-801D-307DF45287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3317592">
            <a:off x="10798600" y="5311246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78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012" y="825500"/>
            <a:ext cx="3738796" cy="56388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5616868" y="1105287"/>
            <a:ext cx="453043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dirty="0">
                <a:latin typeface="Agency FB" panose="020B0503020202020204" pitchFamily="34" charset="0"/>
              </a:rPr>
              <a:t>-Definição dos estados dos processos.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pPr algn="just"/>
            <a:r>
              <a:rPr lang="pt-BR" sz="3600" dirty="0">
                <a:latin typeface="Agency FB" panose="020B0503020202020204" pitchFamily="34" charset="0"/>
              </a:rPr>
              <a:t>-Estrutura que vai simular um processo no código.</a:t>
            </a:r>
          </a:p>
          <a:p>
            <a:endParaRPr lang="pt-BR" sz="36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C972179-3EFA-4106-855C-C0B73E091C0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5727" y="1697890"/>
            <a:ext cx="2734057" cy="377242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30B779D9-D219-4F3A-9D9D-981183F511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2EB5930-ABA4-4454-B251-900A52C911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1608893">
            <a:off x="10789074" y="5370772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3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011" y="1230667"/>
            <a:ext cx="4395645" cy="2444186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5648652" y="1276625"/>
            <a:ext cx="453043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dirty="0">
                <a:latin typeface="Agency FB" panose="020B0503020202020204" pitchFamily="34" charset="0"/>
              </a:rPr>
              <a:t>-Estrutura da fila.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pPr algn="just"/>
            <a:r>
              <a:rPr lang="pt-BR" sz="3600" dirty="0">
                <a:latin typeface="Agency FB" panose="020B0503020202020204" pitchFamily="34" charset="0"/>
              </a:rPr>
              <a:t>-Vetor de ponteiros para os processos.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4D925E3-0613-454C-87F8-D4FA454CF0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0707" y="1765269"/>
            <a:ext cx="3781953" cy="109552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12622E7-54DF-4B8F-B81E-FC2481F3A4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826DC8B-84E9-4642-87F4-8C9EE88909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1608893">
            <a:off x="10789074" y="5370772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8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5860452" y="1318082"/>
            <a:ext cx="453043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dirty="0">
                <a:latin typeface="Agency FB" panose="020B0503020202020204" pitchFamily="34" charset="0"/>
              </a:rPr>
              <a:t>-Inicialização básica da fila de processos.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pPr algn="just"/>
            <a:r>
              <a:rPr lang="pt-BR" sz="3600" dirty="0">
                <a:latin typeface="Agency FB" panose="020B0503020202020204" pitchFamily="34" charset="0"/>
              </a:rPr>
              <a:t>-Função de inserção de processos, sempre no final da fila.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F9ABE8B-FE0A-4393-89A2-1AFD8903C4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7867" y="1526328"/>
            <a:ext cx="4372585" cy="201005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2011" y="1230666"/>
            <a:ext cx="4372585" cy="2849565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00B7EEC-AA11-4C79-AE1E-DE5AE5F50A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5129F04-C60B-4071-A9CA-513B3D5D21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1608893">
            <a:off x="10789074" y="5370772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011" y="1230665"/>
            <a:ext cx="4626095" cy="377265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5860452" y="1318082"/>
            <a:ext cx="453043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dirty="0">
                <a:latin typeface="Agency FB" panose="020B0503020202020204" pitchFamily="34" charset="0"/>
              </a:rPr>
              <a:t>-Função de “remover” o processo da fila. 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pPr algn="just"/>
            <a:r>
              <a:rPr lang="pt-BR" sz="3600" dirty="0">
                <a:latin typeface="Agency FB" panose="020B0503020202020204" pitchFamily="34" charset="0"/>
              </a:rPr>
              <a:t>-Função que verifica se a fila está vazia.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9FB4E7C-A6DC-42F0-9FDA-8C60A3C029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1202" y="1752210"/>
            <a:ext cx="3943311" cy="2450548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962A4BE-5D12-4998-946B-B6890D4546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54FD856-51AC-492A-9031-FDA63B35B4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3557371">
            <a:off x="10798601" y="5311247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93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195" y="1103219"/>
            <a:ext cx="5859672" cy="4523154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999929" y="1318082"/>
            <a:ext cx="391787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gency FB" panose="020B0503020202020204" pitchFamily="34" charset="0"/>
              </a:rPr>
              <a:t>-Conjunto do algoritmo de prioridade!</a:t>
            </a: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pPr algn="just"/>
            <a:r>
              <a:rPr lang="pt-BR" sz="2800" dirty="0">
                <a:latin typeface="Agency FB" panose="020B0503020202020204" pitchFamily="34" charset="0"/>
              </a:rPr>
              <a:t>-Função que verifica o índice na fila com a maior prioridade.</a:t>
            </a: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pPr algn="just"/>
            <a:r>
              <a:rPr lang="pt-BR" sz="2800" dirty="0">
                <a:latin typeface="Agency FB" panose="020B0503020202020204" pitchFamily="34" charset="0"/>
              </a:rPr>
              <a:t>-Ele é enviado pra CPU e então removido da fila.</a:t>
            </a:r>
          </a:p>
          <a:p>
            <a:pPr algn="just"/>
            <a:r>
              <a:rPr lang="pt-BR" sz="2800" dirty="0">
                <a:latin typeface="Agency FB" panose="020B0503020202020204" pitchFamily="34" charset="0"/>
              </a:rPr>
              <a:t>(nota: a melhor prioridade é a mais baixa possível)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45615EA-2607-4EE7-949F-4ED2563F12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6382" y="1672298"/>
            <a:ext cx="4901361" cy="308948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AC6F55F4-4212-4868-9516-BABE5ADB08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4B00197F-08BB-4986-8A00-D0330F5C4E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654207">
            <a:off x="10868406" y="5266879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73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195" y="1103219"/>
            <a:ext cx="5859672" cy="2977012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999929" y="1318082"/>
            <a:ext cx="391787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gency FB" panose="020B0503020202020204" pitchFamily="34" charset="0"/>
              </a:rPr>
              <a:t>-Impressão básica da fila, nada demais por aqui.</a:t>
            </a:r>
          </a:p>
          <a:p>
            <a:pPr algn="just"/>
            <a:endParaRPr lang="pt-BR" sz="36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CED736A-030F-4FC3-83F2-4501042819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6060" y="1672298"/>
            <a:ext cx="4967955" cy="175670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ADEA4EA0-5C55-43DD-8336-FFF7951075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891EF54-17EE-4A0D-B9DD-3829834101A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1576712">
            <a:off x="10786695" y="5370774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85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976" y="1356901"/>
            <a:ext cx="5859672" cy="4528868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999929" y="1318082"/>
            <a:ext cx="3917875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gency FB" panose="020B0503020202020204" pitchFamily="34" charset="0"/>
              </a:rPr>
              <a:t>-Aqui dentro é definido todo o comportamento do processo durante o código.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r>
              <a:rPr lang="pt-BR" sz="2400" dirty="0">
                <a:latin typeface="Agency FB" panose="020B0503020202020204" pitchFamily="34" charset="0"/>
              </a:rPr>
              <a:t>-O Mutex inicial aqui logo no início da thread serve pra proteger o acesso ao estado compartilhado do processo e da CPU.</a:t>
            </a:r>
          </a:p>
          <a:p>
            <a:endParaRPr lang="pt-BR" sz="2400" dirty="0">
              <a:latin typeface="Agency FB" panose="020B0503020202020204" pitchFamily="34" charset="0"/>
            </a:endParaRPr>
          </a:p>
          <a:p>
            <a:r>
              <a:rPr lang="pt-BR" sz="2400" dirty="0">
                <a:latin typeface="Agency FB" panose="020B0503020202020204" pitchFamily="34" charset="0"/>
              </a:rPr>
              <a:t>-Verifica logo no início se o processo ainda precisa executar algo, senão, libera o Mutex e finaliza.</a:t>
            </a: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D18D97-C38D-4728-A68F-0E8B6F91FE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1122" y="2286223"/>
            <a:ext cx="4410691" cy="2734057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0627C39-87BD-479B-9611-3AACD73957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D906F1B4-2463-43A3-A7E5-A1E21202A0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7827650">
            <a:off x="10911894" y="5274008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05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976" y="1562099"/>
            <a:ext cx="5225924" cy="307891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679197" y="1680669"/>
            <a:ext cx="391787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gency FB" panose="020B0503020202020204" pitchFamily="34" charset="0"/>
              </a:rPr>
              <a:t>-Controle se a Threads devem executar ou não!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-Se não estiver executando, fica parado.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-Se acordar, verifica se ainda tem as condições para existir.</a:t>
            </a: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1D4F36A-9293-4F42-BF39-B1C7CD6AF4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9308" y="2148299"/>
            <a:ext cx="4277322" cy="181952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D70B32D-BCC2-4425-85CF-5512264A5F1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F9D7FB6-8800-4ABC-91A4-AB19699ECDA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608910">
            <a:off x="10935673" y="5277311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70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5" y="1251650"/>
            <a:ext cx="7526356" cy="341632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7953496" y="1230667"/>
            <a:ext cx="362421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gency FB" panose="020B0503020202020204" pitchFamily="34" charset="0"/>
              </a:rPr>
              <a:t>-Simulação do processo dentro da CPU por 1 Quantum.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-Da lock no Mutex porque adiante vai mexer em variável compartilhada.</a:t>
            </a: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-Verifica se morre ou não.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-Diminui o próprio tempo total e desbloqueia o Mutex.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1E66945-2DC8-42FB-8E6B-251D09D90E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6084" y="1927577"/>
            <a:ext cx="6537048" cy="217666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289FB9F-5B61-4A5A-B58C-EF38FFC525A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B4D448C4-B930-499A-B8FD-7EC475BCDA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0221550">
            <a:off x="10971343" y="5311246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64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5" y="1251650"/>
            <a:ext cx="5499245" cy="35299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633992" y="1383067"/>
            <a:ext cx="362421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gency FB" panose="020B0503020202020204" pitchFamily="34" charset="0"/>
              </a:rPr>
              <a:t>-Tranca o acesso porque vai mexer em variável sensível.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-Reinicia o timer interno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-Deixa a CPU livre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-Acorda todas as outras threads e desbloqueia o Mutex.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1F58A55-F0C7-49F5-97B6-1335B64074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9862" y="1824622"/>
            <a:ext cx="4648849" cy="218152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CD7F339D-7157-42D4-9D9D-958F74CDEC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00507AD-7E6C-46E0-B974-8B49787A9B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549953">
            <a:off x="10919049" y="5276750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79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6" y="1251650"/>
            <a:ext cx="4824408" cy="275450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5502015" y="1409296"/>
            <a:ext cx="55580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gency FB" panose="020B0503020202020204" pitchFamily="34" charset="0"/>
              </a:rPr>
              <a:t>-Aplica o processo de Aging dentro do escalonador, nada demais por aqui.</a:t>
            </a:r>
          </a:p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r>
              <a:rPr lang="pt-BR" sz="3200" dirty="0">
                <a:latin typeface="Agency FB" panose="020B0503020202020204" pitchFamily="34" charset="0"/>
              </a:rPr>
              <a:t>-Aumenta a prioridade de todos os itens na fila de execução.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998655C-41E6-4EA1-ACC3-1416F0225A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6680" y="1833435"/>
            <a:ext cx="3886742" cy="162900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68CBC3CA-8AE1-4342-ACAA-EA6C3C27DF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CD90F67-B445-4851-BA2D-B250B0C86C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3557371">
            <a:off x="10798601" y="5311247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77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19" y="1543956"/>
            <a:ext cx="3573559" cy="2040328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1352011" y="2313033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5502015" y="1409296"/>
            <a:ext cx="555800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gency FB" panose="020B0503020202020204" pitchFamily="34" charset="0"/>
              </a:rPr>
              <a:t>-A CPU.</a:t>
            </a:r>
          </a:p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r>
              <a:rPr lang="pt-BR" sz="3200" dirty="0">
                <a:latin typeface="Agency FB" panose="020B0503020202020204" pitchFamily="34" charset="0"/>
              </a:rPr>
              <a:t>-Um ponteiro que guarda qual processo está executado.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4FC3CE2-B833-4E67-A679-C5C489C0E4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9068" y="2280217"/>
            <a:ext cx="2819794" cy="58110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6E18EE6D-9DB0-4274-8E42-9525165E57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5B90DB0-48F6-475B-872B-1A5B521C301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2027920">
            <a:off x="10784313" y="5358906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1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505523" y="1422815"/>
            <a:ext cx="5558008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gency FB" panose="020B0503020202020204" pitchFamily="34" charset="0"/>
              </a:rPr>
              <a:t>-Variável para Aging.</a:t>
            </a:r>
          </a:p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r>
              <a:rPr lang="pt-BR" sz="3200" dirty="0">
                <a:latin typeface="Agency FB" panose="020B0503020202020204" pitchFamily="34" charset="0"/>
              </a:rPr>
              <a:t>-Inicializa a fila de processos.</a:t>
            </a:r>
          </a:p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r>
              <a:rPr lang="pt-BR" sz="3200" dirty="0">
                <a:latin typeface="Agency FB" panose="020B0503020202020204" pitchFamily="34" charset="0"/>
              </a:rPr>
              <a:t>-Inicializando os processos.</a:t>
            </a:r>
          </a:p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r>
              <a:rPr lang="pt-BR" sz="3200" dirty="0">
                <a:latin typeface="Agency FB" panose="020B0503020202020204" pitchFamily="34" charset="0"/>
              </a:rPr>
              <a:t>-Inserindo eles na fila.</a:t>
            </a:r>
          </a:p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r>
              <a:rPr lang="pt-BR" sz="3200" dirty="0">
                <a:latin typeface="Agency FB" panose="020B0503020202020204" pitchFamily="34" charset="0"/>
              </a:rPr>
              <a:t>-Mostrando a fila.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128" y="846051"/>
            <a:ext cx="5982798" cy="594344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BE922A7-E3A1-4C77-8465-CF2BFB7DC5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874" y="1422815"/>
            <a:ext cx="4496427" cy="4525006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1D2A516-A410-4283-A14F-702225F9C91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E75EFB1A-4856-4186-B177-96FCA2B7FF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1953358">
            <a:off x="10807227" y="5380255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52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505523" y="1422815"/>
            <a:ext cx="46658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r>
              <a:rPr lang="pt-BR" sz="3200" dirty="0">
                <a:latin typeface="Agency FB" panose="020B0503020202020204" pitchFamily="34" charset="0"/>
              </a:rPr>
              <a:t>-Criação das Threads que vão representar os processos.</a:t>
            </a:r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128" y="1422815"/>
            <a:ext cx="5982798" cy="265741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56FF75F-C59F-4032-91ED-E77DFAC7CD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617" y="1979582"/>
            <a:ext cx="5012025" cy="151609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7B80D20-D1D5-44C4-B01D-18BC283551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8EDD422-AF9C-43F7-9DFA-D18591801B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1537349">
            <a:off x="10772723" y="5363003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69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7038975" y="682780"/>
            <a:ext cx="4132367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gency FB" panose="020B0503020202020204" pitchFamily="34" charset="0"/>
              </a:rPr>
              <a:t>-Escalonador Iniciado!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-Se tem processo na fila ou se a CPU tá vazia, inicia.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-Da lock nas outras threads.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-Escolhe o processo com a maior prioridade e deixa ele pronto pra executar. 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-Acorda todas as threads.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-Entra em estado de espera.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1" y="1230666"/>
            <a:ext cx="6696074" cy="506535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6AB91DE-16EF-4FC8-83AF-035589541A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13" y="1933292"/>
            <a:ext cx="5391855" cy="345984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1EE359E-ACF3-49B1-A40C-15E3CA9EB4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8929F83-E0D2-4A2B-92DA-D35BF20F95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723003">
            <a:off x="10979755" y="5380256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39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7038975" y="844705"/>
            <a:ext cx="4132367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gency FB" panose="020B0503020202020204" pitchFamily="34" charset="0"/>
              </a:rPr>
              <a:t>-Um processo começou a rodar! Ele finaliza e então voltamos ao escalonador.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-Checa se o processo ainda precisa de execução. Se sim, joga ele de volta pra fila de execução.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-Se o processo termina e ele está dormindo, ele fica preso. Por isso o broadcast.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r>
              <a:rPr lang="pt-BR" sz="2400" dirty="0">
                <a:latin typeface="Agency FB" panose="020B0503020202020204" pitchFamily="34" charset="0"/>
              </a:rPr>
              <a:t>-Deixa a CPU livre.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148" y="1015773"/>
            <a:ext cx="6696074" cy="483257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82C8BD8-3A00-4596-A10A-2C1AA66E65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813" y="1672298"/>
            <a:ext cx="5460079" cy="341869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7781AC46-65E1-4FFE-9FFE-2F04A77F931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77DD2AAF-C956-487D-BCED-563ADD2689C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706433">
            <a:off x="10979755" y="5380255"/>
            <a:ext cx="307200" cy="1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65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5515006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4" y="1214587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675941" y="10955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1695164" y="9532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AF0929-F442-4E01-806E-2729FF742F10}"/>
              </a:ext>
            </a:extLst>
          </p:cNvPr>
          <p:cNvSpPr txBox="1"/>
          <p:nvPr/>
        </p:nvSpPr>
        <p:spPr>
          <a:xfrm>
            <a:off x="6382916" y="1811471"/>
            <a:ext cx="413236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Agency FB" panose="020B0503020202020204" pitchFamily="34" charset="0"/>
              </a:rPr>
              <a:t>-Destrava o Mutex para reiniciar o clico.</a:t>
            </a:r>
          </a:p>
          <a:p>
            <a:pPr algn="just"/>
            <a:endParaRPr lang="pt-BR" sz="3200" dirty="0">
              <a:latin typeface="Agency FB" panose="020B0503020202020204" pitchFamily="34" charset="0"/>
            </a:endParaRPr>
          </a:p>
          <a:p>
            <a:pPr algn="just"/>
            <a:r>
              <a:rPr lang="pt-BR" sz="3200" dirty="0">
                <a:latin typeface="Agency FB" panose="020B0503020202020204" pitchFamily="34" charset="0"/>
              </a:rPr>
              <a:t>-Espera todas as threads terminarem de executar  e finaliza tudo.</a:t>
            </a:r>
          </a:p>
          <a:p>
            <a:pPr algn="just"/>
            <a:endParaRPr lang="pt-BR" sz="2400" dirty="0">
              <a:latin typeface="Agency FB" panose="020B0503020202020204" pitchFamily="34" charset="0"/>
            </a:endParaRPr>
          </a:p>
          <a:p>
            <a:pPr algn="just"/>
            <a:endParaRPr lang="pt-BR" sz="2800" dirty="0">
              <a:latin typeface="Agency FB" panose="020B0503020202020204" pitchFamily="34" charset="0"/>
            </a:endParaRPr>
          </a:p>
          <a:p>
            <a:endParaRPr lang="pt-BR" sz="2800" dirty="0">
              <a:latin typeface="Agency FB" panose="020B0503020202020204" pitchFamily="34" charset="0"/>
            </a:endParaRPr>
          </a:p>
          <a:p>
            <a:endParaRPr lang="pt-BR" sz="4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A9B93BB-7830-470C-9F1F-013700644F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105" y="1332667"/>
            <a:ext cx="5784276" cy="417453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9390F53-B874-4F85-BA79-4806932A0C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3785" y="1991168"/>
            <a:ext cx="4629796" cy="273405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7200F9B-0516-4DFF-AFEC-027CC3A2A4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0573057">
            <a:off x="-4247843" y="3553350"/>
            <a:ext cx="3792068" cy="2564308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463406" y="-1626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0CF775E-82AF-4399-9212-CE865D180F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3165915">
            <a:off x="12361977" y="2995004"/>
            <a:ext cx="1981362" cy="146156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94DCBA7-E991-42EA-B064-092EA00744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49384" y="6858000"/>
            <a:ext cx="2417784" cy="2735118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A38AAA41-0BD0-46AC-A61D-1F480555098A}"/>
              </a:ext>
            </a:extLst>
          </p:cNvPr>
          <p:cNvSpPr txBox="1"/>
          <p:nvPr/>
        </p:nvSpPr>
        <p:spPr>
          <a:xfrm>
            <a:off x="2676850" y="8016411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897AE54C-6B83-43DF-B035-041018BE59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89482" y="5166183"/>
            <a:ext cx="680607" cy="45954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F5BD56C2-03E5-4C81-9D6F-7CAF459A277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3557371">
            <a:off x="10798601" y="5311247"/>
            <a:ext cx="307200" cy="169412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86684C7A-E9B5-42D2-B026-3647D5400C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3134" y="6962902"/>
            <a:ext cx="3163932" cy="166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72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m 31">
            <a:extLst>
              <a:ext uri="{FF2B5EF4-FFF2-40B4-BE49-F238E27FC236}">
                <a16:creationId xmlns:a16="http://schemas.microsoft.com/office/drawing/2014/main" id="{9FB18F3A-681F-4E1E-B00A-97B16282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492" y="991402"/>
            <a:ext cx="954706" cy="689014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FA09FD-9538-4DE7-AEA5-1A86BC6F2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1853" y="6962902"/>
            <a:ext cx="2643576" cy="1342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7200F9B-0516-4DFF-AFEC-027CC3A2A4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3742" y="3465922"/>
            <a:ext cx="3792068" cy="2564308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463406" y="649602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0CF775E-82AF-4399-9212-CE865D180F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3652" y="4316836"/>
            <a:ext cx="1981362" cy="146156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94DCBA7-E991-42EA-B064-092EA00744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3300" y="4031556"/>
            <a:ext cx="2417784" cy="2735118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09103" y="589929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676B3D3B-9A9A-4CD4-9CA3-A1EC51C031D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49441" y="5458367"/>
            <a:ext cx="680607" cy="45954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86545CE5-B2F7-4B57-B57D-22460102BD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3557371">
            <a:off x="12458560" y="5603431"/>
            <a:ext cx="307200" cy="16941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D80A755-EA1E-4B44-BCC3-A0D0B51348B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76572" y="5286702"/>
            <a:ext cx="3163932" cy="1661912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04C55D31-C038-422D-A3B2-2FF8644FBF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33311" y="-3550346"/>
            <a:ext cx="5925377" cy="124794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BF96AD8-03EF-44F1-9BE8-26041B3A79A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88138" y="-2149895"/>
            <a:ext cx="924054" cy="112410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F88BDB8-19EA-479D-A4B4-3185A305CAE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2855" y="7202205"/>
            <a:ext cx="2695283" cy="177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05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7200F9B-0516-4DFF-AFEC-027CC3A2A4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3240786">
            <a:off x="-3767719" y="4119985"/>
            <a:ext cx="2281173" cy="1542596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0CF775E-82AF-4399-9212-CE865D180F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3012000">
            <a:off x="13251394" y="4083662"/>
            <a:ext cx="1981362" cy="146156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94DCBA7-E991-42EA-B064-092EA00744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350094">
            <a:off x="5096294" y="7017505"/>
            <a:ext cx="1569926" cy="1775979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13BC61-A865-4839-A2E6-346EF50BB2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8045" y="7226416"/>
            <a:ext cx="3163932" cy="166191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809893A4-ECD6-4BB4-88C4-F0936993EAF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7929" y="491237"/>
            <a:ext cx="2268526" cy="1081593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634C336A-3095-44D6-86EF-0688C2886D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596227">
            <a:off x="13220633" y="1062257"/>
            <a:ext cx="1825177" cy="122354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B2E2D1F3-40A9-4C6A-A13F-9DBA175394D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8151855">
            <a:off x="9198045" y="-3039337"/>
            <a:ext cx="2019582" cy="1533739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0DC4ECE2-8754-4801-B0A3-F4681C3294A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8488578">
            <a:off x="154260" y="-2995833"/>
            <a:ext cx="2400635" cy="2210108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C36AA43A-DABD-470E-AB01-F9FEF492BCE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6069594">
            <a:off x="-3058162" y="-1602416"/>
            <a:ext cx="2057687" cy="1790950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48123B9-7300-413C-B753-551D36D2044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33311" y="-3550346"/>
            <a:ext cx="5925377" cy="1247949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4624F221-48EC-48DC-A908-2BA1B091A4B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88138" y="-2149895"/>
            <a:ext cx="924054" cy="1124107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39FD3E22-6824-4CAA-99F8-BA34E747F48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59560" y="924080"/>
            <a:ext cx="1905266" cy="342948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943EA149-5C02-4D6F-8616-FD92DFE30F1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1116" y="4051147"/>
            <a:ext cx="2952531" cy="194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25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7200F9B-0516-4DFF-AFEC-027CC3A2A4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3240786">
            <a:off x="-3767719" y="4119985"/>
            <a:ext cx="2281173" cy="1542596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0CF775E-82AF-4399-9212-CE865D180F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3012000">
            <a:off x="13251394" y="4083662"/>
            <a:ext cx="1981362" cy="146156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94DCBA7-E991-42EA-B064-092EA00744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350094">
            <a:off x="5096294" y="7017505"/>
            <a:ext cx="1569926" cy="1775979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13BC61-A865-4839-A2E6-346EF50BB2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8045" y="7226416"/>
            <a:ext cx="3163932" cy="166191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17060A2-3A25-4B14-AF91-44C0D72255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8FAC98B-44FA-4D31-8ACC-08261D85BB1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25103" y="1371238"/>
            <a:ext cx="924054" cy="1124107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8EE3BCC0-21BA-4328-AFC4-5FA1E2647C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5813" y="482207"/>
            <a:ext cx="3180037" cy="1451085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809893A4-ECD6-4BB4-88C4-F0936993EAF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20323" y="308473"/>
            <a:ext cx="3783739" cy="180402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634C336A-3095-44D6-86EF-0688C2886D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5596227">
            <a:off x="13220633" y="1062257"/>
            <a:ext cx="1825177" cy="122354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B2E2D1F3-40A9-4C6A-A13F-9DBA175394D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8151855">
            <a:off x="9198045" y="-3039337"/>
            <a:ext cx="2019582" cy="1533739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0DC4ECE2-8754-4801-B0A3-F4681C3294A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18488578">
            <a:off x="154260" y="-2995833"/>
            <a:ext cx="2400635" cy="2210108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C36AA43A-DABD-470E-AB01-F9FEF492BCE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6069594">
            <a:off x="-3058162" y="-1602416"/>
            <a:ext cx="2057687" cy="179095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7D99DDF-A2FA-486A-A72B-64697A13B44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249A42D-4285-41B9-9172-4A1D5401BE2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431366">
            <a:off x="7052893" y="6866166"/>
            <a:ext cx="3400900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33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7200F9B-0516-4DFF-AFEC-027CC3A2A4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3240786">
            <a:off x="-3767719" y="4119985"/>
            <a:ext cx="2281173" cy="1542596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0CF775E-82AF-4399-9212-CE865D180F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32143">
            <a:off x="5648252" y="4743106"/>
            <a:ext cx="1981362" cy="146156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94DCBA7-E991-42EA-B064-092EA00744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121806">
            <a:off x="3381769" y="-2639609"/>
            <a:ext cx="1569926" cy="1775979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13BC61-A865-4839-A2E6-346EF50BB2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8045" y="7226416"/>
            <a:ext cx="3163932" cy="166191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809893A4-ECD6-4BB4-88C4-F0936993EAF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0323" y="308473"/>
            <a:ext cx="3783739" cy="259000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C2C42BB-AEE7-4C72-A7A6-5B982048C2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9930" y="4912157"/>
            <a:ext cx="1825177" cy="122354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17955C5-AEF1-4547-885E-E98122EE749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4087" y="4860833"/>
            <a:ext cx="1498681" cy="1138149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78257A09-7ACD-4AB5-8BDE-ADB52A3E90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60586" y="4765075"/>
            <a:ext cx="1442868" cy="1328355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E4FA9684-3F25-418C-BCC5-4B389908A2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5103" y="4964967"/>
            <a:ext cx="1307660" cy="1138149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8C5B728C-8EFB-4C97-9FA0-45A518633FF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1950" y="670303"/>
            <a:ext cx="3283315" cy="196661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BD308DE4-EAB9-488A-9094-630ADD28A92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25103" y="1371238"/>
            <a:ext cx="924054" cy="112410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EEA0EB08-C1F3-48BA-9B1F-77CC6DF4335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F5420CE8-90BA-4608-B458-E5B6F8E305D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AB192303-89D0-486B-B3F9-A3EB578DAA4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16432" y="2782614"/>
            <a:ext cx="3400900" cy="1000265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DAE35EEE-31E8-4DDA-829A-F2572E077E9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49355" y="4533055"/>
            <a:ext cx="490256" cy="587017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E760C90F-6399-4DBC-A41F-F63CF6CD387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41354" y="4578859"/>
            <a:ext cx="354791" cy="470904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F4F00642-03C2-49E6-A8FD-EBC819DC4C0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45321" y="4551020"/>
            <a:ext cx="438650" cy="535411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7F1A9ABB-0D0B-4252-ADC7-0DA86713ACC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48481" y="4551972"/>
            <a:ext cx="419298" cy="587018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70A1312A-7D5D-4173-B0BE-D16A92A2058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18604" y="4470382"/>
            <a:ext cx="516059" cy="657976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C2628E0A-3E76-4BAF-95AD-83084BC22C4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44283" y="3487439"/>
            <a:ext cx="962159" cy="628738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A4C65510-5BDC-4F76-9A3B-5ACDED00998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69135" y="3526811"/>
            <a:ext cx="3464411" cy="684056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CB3359D2-B87C-4983-99AD-23ACA4EA4F4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57853" y="6159851"/>
            <a:ext cx="962159" cy="628738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DD8E77C4-49B1-4602-A8E5-8BD7CD4C749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74559" y="6180110"/>
            <a:ext cx="962159" cy="628738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F8644A9B-8FD8-4589-A045-A20619F164E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09505" y="6203029"/>
            <a:ext cx="962159" cy="628738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F064C584-D805-4059-B1FE-51D7ACA22DC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07127" y="6212715"/>
            <a:ext cx="962159" cy="628738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E2C8F6C6-0446-4D87-A223-B7650B50551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64532" y="6245226"/>
            <a:ext cx="962159" cy="628738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FE80F7C0-7690-436A-AC66-586E4FB31DC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31438" y="4060127"/>
            <a:ext cx="523948" cy="704948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08DE3CD9-1950-4B64-8F82-B49F51CBD64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52842" y="4093604"/>
            <a:ext cx="571580" cy="695422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8CA44B2B-7A4A-4024-B636-81DFDFCF289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80873" y="4058333"/>
            <a:ext cx="571580" cy="695422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33D3C20A-9486-48C7-BD4B-36379FF2701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71458" y="4159256"/>
            <a:ext cx="552527" cy="600159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0F3C7C63-7DFA-4050-9FBF-C84350252FE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716289" y="4102788"/>
            <a:ext cx="429322" cy="5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86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7200F9B-0516-4DFF-AFEC-027CC3A2A4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3240786">
            <a:off x="-3767719" y="4119985"/>
            <a:ext cx="2281173" cy="1542596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0CF775E-82AF-4399-9212-CE865D180F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32143">
            <a:off x="5648252" y="4743106"/>
            <a:ext cx="1981362" cy="146156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94DCBA7-E991-42EA-B064-092EA00744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439412">
            <a:off x="3597111" y="3620998"/>
            <a:ext cx="2556393" cy="289192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13BC61-A865-4839-A2E6-346EF50BB2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8045" y="7226416"/>
            <a:ext cx="3163932" cy="166191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809893A4-ECD6-4BB4-88C4-F0936993EAF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7259" y="503844"/>
            <a:ext cx="4526828" cy="14933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C2C42BB-AEE7-4C72-A7A6-5B982048C2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9930" y="4912157"/>
            <a:ext cx="1825177" cy="122354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17955C5-AEF1-4547-885E-E98122EE749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4087" y="4860833"/>
            <a:ext cx="1498681" cy="1138149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78257A09-7ACD-4AB5-8BDE-ADB52A3E90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60586" y="4765075"/>
            <a:ext cx="1442868" cy="1328355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E4FA9684-3F25-418C-BCC5-4B389908A2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5103" y="4964967"/>
            <a:ext cx="1307660" cy="1138149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BD308DE4-EAB9-488A-9094-630ADD28A92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25103" y="1371238"/>
            <a:ext cx="924054" cy="112410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EEA0EB08-C1F3-48BA-9B1F-77CC6DF4335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F5420CE8-90BA-4608-B458-E5B6F8E305D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C2E3B44-6E87-4F0D-AF67-EA2E64961FE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14150" y="936295"/>
            <a:ext cx="3620005" cy="58110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049ED8C-B3D4-44A2-A9EE-DEFAE5ED5EC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43002" y="6966329"/>
            <a:ext cx="3400900" cy="1000265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775F7E4E-271A-4558-99D9-D22FBF9530F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49355" y="4533055"/>
            <a:ext cx="490256" cy="587017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BE4995C3-9E3F-442A-8898-A49FBCCFD7E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41354" y="4578859"/>
            <a:ext cx="354791" cy="470904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ADC88DFD-8843-4A37-A4C2-9B7C0EB1273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45321" y="4551020"/>
            <a:ext cx="438650" cy="535411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83FBF268-3589-43BE-9C32-48E068F07B7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48481" y="4551972"/>
            <a:ext cx="419298" cy="587018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ACE12702-EE10-4BC6-813B-927B84DF411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18604" y="4470382"/>
            <a:ext cx="516059" cy="65797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7BAA9594-09E4-4985-88B6-0AE4103ED89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-1650107" y="4216654"/>
            <a:ext cx="1028844" cy="1019317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9E31CB97-C16F-4599-AAAF-23E490FB396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585248" y="3007987"/>
            <a:ext cx="3296110" cy="581106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D861BED9-6320-4FB3-9B91-AFC4BD5FFE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83642" y="2628900"/>
            <a:ext cx="3499322" cy="1416168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750FD231-7EA5-4A0C-9E2C-A059CE6DF42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82403" y="7210693"/>
            <a:ext cx="2185808" cy="2137844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1F8C2CCE-9F95-4F16-8AAE-CCB607FA2F7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70638" y="7925381"/>
            <a:ext cx="962159" cy="628738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0FA2232B-FA08-4904-9973-60FE4531DA1C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695490" y="7964753"/>
            <a:ext cx="3464411" cy="684056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9B522682-9235-47C6-A190-B560D60941E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57853" y="6159851"/>
            <a:ext cx="962159" cy="628738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D3DFE02D-A6D6-4308-B8F1-95D037C076E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74559" y="6180110"/>
            <a:ext cx="962159" cy="628738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5CCD4C7A-F40F-47E7-B7B8-B9E5A9CE42E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509505" y="6203029"/>
            <a:ext cx="962159" cy="628738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000D80C0-029A-4BCA-B72C-91B7E6CD3F9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607127" y="6212715"/>
            <a:ext cx="962159" cy="628738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56F936CE-472F-4CEE-8389-DD2DC197B76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64532" y="6245226"/>
            <a:ext cx="962159" cy="628738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3A1D2746-7159-48F3-9543-9A13E2385C5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31438" y="4060127"/>
            <a:ext cx="523948" cy="704948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B3A3EB4F-0DC4-479F-9020-D5E4F73FFD0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652842" y="4093604"/>
            <a:ext cx="571580" cy="695422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DFDF0400-B7C9-447B-86E1-A101957AE55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80873" y="4058333"/>
            <a:ext cx="571580" cy="695422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775E5F2A-1EFA-41B8-B7CF-E9ECA643A848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71458" y="4159256"/>
            <a:ext cx="552527" cy="600159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3A067230-3320-48D0-AD6B-2FBE4746804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716289" y="4102788"/>
            <a:ext cx="429322" cy="5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56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1E1B529-9190-47B4-B86A-9983F9E8A9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427851">
            <a:off x="-1740305" y="7146615"/>
            <a:ext cx="756505" cy="407349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0CF775E-82AF-4399-9212-CE865D180F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332143">
            <a:off x="5648252" y="4743106"/>
            <a:ext cx="1981362" cy="146156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13BC61-A865-4839-A2E6-346EF50BB2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8045" y="7226416"/>
            <a:ext cx="3163932" cy="166191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809893A4-ECD6-4BB4-88C4-F0936993EA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2032" y="648118"/>
            <a:ext cx="3499322" cy="11543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C2C42BB-AEE7-4C72-A7A6-5B982048C2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9930" y="4912157"/>
            <a:ext cx="1825177" cy="122354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17955C5-AEF1-4547-885E-E98122EE74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4087" y="4860833"/>
            <a:ext cx="1498681" cy="1138149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78257A09-7ACD-4AB5-8BDE-ADB52A3E90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0586" y="4765075"/>
            <a:ext cx="1442868" cy="1328355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E4FA9684-3F25-418C-BCC5-4B389908A2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25103" y="4964967"/>
            <a:ext cx="1307660" cy="1138149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BD308DE4-EAB9-488A-9094-630ADD28A9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25103" y="1371238"/>
            <a:ext cx="924054" cy="112410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EEA0EB08-C1F3-48BA-9B1F-77CC6DF4335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F5420CE8-90BA-4608-B458-E5B6F8E305D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049ED8C-B3D4-44A2-A9EE-DEFAE5ED5EC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43002" y="6966329"/>
            <a:ext cx="3400900" cy="1000265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775F7E4E-271A-4558-99D9-D22FBF9530F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49355" y="4533055"/>
            <a:ext cx="490256" cy="587017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BE4995C3-9E3F-442A-8898-A49FBCCFD7E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41354" y="4578859"/>
            <a:ext cx="354791" cy="470904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ADC88DFD-8843-4A37-A4C2-9B7C0EB1273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45321" y="4551020"/>
            <a:ext cx="438650" cy="535411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83FBF268-3589-43BE-9C32-48E068F07B7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48481" y="4551972"/>
            <a:ext cx="419298" cy="587018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ACE12702-EE10-4BC6-813B-927B84DF411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18604" y="4470382"/>
            <a:ext cx="516059" cy="65797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1D6FF22-873D-4362-8818-7B7EBC1802F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19474" y="3925780"/>
            <a:ext cx="2185808" cy="213784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3D199B1-667E-4B3B-89C1-A1BF2B5787D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74262" y="4335822"/>
            <a:ext cx="1028844" cy="1019317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CC9B0908-7360-4272-AF86-889DCE3EFB3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23602" y="988864"/>
            <a:ext cx="3062477" cy="371961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468B65EF-5C15-4F8A-96F0-58563DC4C9B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31305" y="2911922"/>
            <a:ext cx="3296110" cy="581106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4C322CD2-EED8-414B-B224-C5D63910559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699" y="2532835"/>
            <a:ext cx="3499322" cy="1416168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FFCF4CD0-9220-4E83-AB63-A3E48DDF0B9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49355" y="5822015"/>
            <a:ext cx="500133" cy="457264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D7C498BD-DFD0-433C-9073-5AAF697B6B3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02747" y="5848784"/>
            <a:ext cx="500133" cy="457264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1F140882-BF64-4DDB-9E5C-C0E407E5368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742982" y="5846729"/>
            <a:ext cx="500133" cy="457264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1E38E095-57BE-49E9-96A8-AC582FDCFD8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29611" y="5846729"/>
            <a:ext cx="500133" cy="457264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E1EED678-5F3D-4D11-8305-F4BB3EB5D4F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780011" y="5864798"/>
            <a:ext cx="500133" cy="457264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714F515B-DB8E-4431-9E4F-F322C0DCC78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439412">
            <a:off x="3670803" y="6823677"/>
            <a:ext cx="2556393" cy="2891920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C85158DC-2C3B-4133-8C47-B0D73AAF467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617633">
            <a:off x="5777065" y="-912816"/>
            <a:ext cx="792397" cy="905022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144F20F3-26C3-4976-94CD-ECAF3655BD1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-2789223" y="4091181"/>
            <a:ext cx="2581372" cy="2479989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A3B2BDEE-95CB-4301-8AA3-1E6A85352DC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157853" y="6159851"/>
            <a:ext cx="962159" cy="628738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1F29358D-1077-4F08-8371-DBC087C8C27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374559" y="6180110"/>
            <a:ext cx="962159" cy="628738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60E688D5-8415-43C3-A57E-02FAC695975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509505" y="6203029"/>
            <a:ext cx="962159" cy="628738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2E029A61-F22F-4922-A9A3-BAD44D59B30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07127" y="6212715"/>
            <a:ext cx="962159" cy="628738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90B7854F-2954-4CC0-A9C8-7DD73FE57A9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664532" y="6245226"/>
            <a:ext cx="962159" cy="628738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920810E0-718D-46AA-9B14-D2D68851EC2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31438" y="4060127"/>
            <a:ext cx="523948" cy="704948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4A85F60A-5515-4171-B95A-61852CBD2FB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52842" y="4093604"/>
            <a:ext cx="571580" cy="695422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B7D2008E-29E2-48D5-B646-67EEE3BCF74A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680873" y="4058333"/>
            <a:ext cx="571580" cy="695422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1FCE44FE-70B8-48B1-ACF7-8DF8AD34EC4E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671458" y="4159256"/>
            <a:ext cx="552527" cy="600159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16891AFA-2D65-44FD-839F-60BAC73B2EAC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716289" y="4102788"/>
            <a:ext cx="429322" cy="5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92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m 90">
            <a:extLst>
              <a:ext uri="{FF2B5EF4-FFF2-40B4-BE49-F238E27FC236}">
                <a16:creationId xmlns:a16="http://schemas.microsoft.com/office/drawing/2014/main" id="{FF7DB59A-8EA7-42FD-A7DE-B8BB2ED02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458" y="4159256"/>
            <a:ext cx="552527" cy="600159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809893A4-ECD6-4BB4-88C4-F0936993E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6268" y="117871"/>
            <a:ext cx="4547303" cy="2129331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BD308DE4-EAB9-488A-9094-630ADD28A9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5103" y="1371238"/>
            <a:ext cx="924054" cy="1124107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F5420CE8-90BA-4608-B458-E5B6F8E305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594522A-E764-4421-98B2-96B792B106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2012" y="8032018"/>
            <a:ext cx="3296110" cy="581106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12E71A67-76D4-422B-B605-70CC41C107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632" y="7733332"/>
            <a:ext cx="3499322" cy="1154367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AC446A8-08A4-41EA-9B85-5D2D80ECEA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7177" y="832575"/>
            <a:ext cx="3766369" cy="655817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6BF7CBF5-40D7-47F6-8ED3-A4AA7C7CC6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96167" y="561588"/>
            <a:ext cx="569701" cy="340756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9DA073C4-FA58-4491-B104-61D970A44D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9856" y="568168"/>
            <a:ext cx="569701" cy="340756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962DA892-6687-4D33-B646-B3D21227E8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851" y="23273"/>
            <a:ext cx="3391228" cy="2617731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48AD23CE-D778-48E8-883E-39257BFC51C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1092" y="349942"/>
            <a:ext cx="2836616" cy="1788009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84E84868-E649-413D-B5CC-C8B21949978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6617633">
            <a:off x="5946222" y="672661"/>
            <a:ext cx="792397" cy="905022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AA87A4F3-98EF-4C72-9695-7319A13E3E7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86607" y="3870937"/>
            <a:ext cx="2581372" cy="2479989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ED160DB0-C0C4-4246-8127-76DF7C61DF9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332143">
            <a:off x="5263222" y="5879102"/>
            <a:ext cx="1981362" cy="1461560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2A94B7DD-AECC-491F-B33B-0721E29DDDF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74900" y="6048153"/>
            <a:ext cx="1825177" cy="1223545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1E442135-AF53-4A27-B4DD-B6702CA517B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19057" y="5996829"/>
            <a:ext cx="1498681" cy="1138149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CA5BCED0-6CEC-4270-A716-40521587A8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0586" y="4765075"/>
            <a:ext cx="1442868" cy="1328355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CE71362B-4F1C-481B-9B54-0559E45D748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25103" y="4964967"/>
            <a:ext cx="1307660" cy="1138149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4CE89B40-2C6A-46D1-9124-CE678E8D4F4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BA061786-39D9-4D54-93C7-BBFC83512C5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64325" y="5669051"/>
            <a:ext cx="490256" cy="587017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F65674E2-1E18-495F-B9A5-18FF1BEDDD0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56324" y="5714855"/>
            <a:ext cx="354791" cy="470904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EA711075-62FD-41BC-8C6E-76FDC6950C4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60291" y="5687016"/>
            <a:ext cx="438650" cy="535411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29D8DF7D-4A2D-4EAC-9F2B-051F62B2CB3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748481" y="4551972"/>
            <a:ext cx="419298" cy="587018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E485401E-121A-4AE5-8F54-A1A2D6B5D6F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18604" y="4470382"/>
            <a:ext cx="516059" cy="657976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69ACCEA7-D888-48A8-B38D-00A91C90946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4923308">
            <a:off x="7302151" y="5288549"/>
            <a:ext cx="1028844" cy="1019317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31DFBC66-3F1D-4064-A67E-80D26054786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64325" y="6958011"/>
            <a:ext cx="500133" cy="457264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E46DE073-57E2-4618-9ABB-DEECA4387DC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17717" y="6984780"/>
            <a:ext cx="500133" cy="457264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5DBDC7B8-BB7F-4AB8-BD89-A38BF9D0452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57952" y="6982725"/>
            <a:ext cx="500133" cy="457264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27F4A589-A604-4333-91DB-E82B701D1E0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29611" y="5846729"/>
            <a:ext cx="500133" cy="457264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DF44AB27-AD9D-4DD0-A36A-ABA8BE396C2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80011" y="5864798"/>
            <a:ext cx="500133" cy="457264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91887D69-C998-40B5-99E4-D1EBF699B0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1718" y="6303008"/>
            <a:ext cx="569701" cy="340756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7AD5F1C3-8412-403A-A7E9-B6CAD185BC6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84391" y="7134245"/>
            <a:ext cx="2185808" cy="2137844"/>
          </a:xfrm>
          <a:prstGeom prst="rect">
            <a:avLst/>
          </a:prstGeom>
        </p:spPr>
      </p:pic>
      <p:pic>
        <p:nvPicPr>
          <p:cNvPr id="76" name="Imagem 75">
            <a:extLst>
              <a:ext uri="{FF2B5EF4-FFF2-40B4-BE49-F238E27FC236}">
                <a16:creationId xmlns:a16="http://schemas.microsoft.com/office/drawing/2014/main" id="{812EBC95-3BA2-4C00-9A4A-C161BFD3D3C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439412">
            <a:off x="1613994" y="7167163"/>
            <a:ext cx="2556393" cy="2891920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8B559D41-6A54-4CAC-BE29-1CAA2F2A7FF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34197" y="3943558"/>
            <a:ext cx="2581372" cy="2479989"/>
          </a:xfrm>
          <a:prstGeom prst="rect">
            <a:avLst/>
          </a:prstGeom>
        </p:spPr>
      </p:pic>
      <p:pic>
        <p:nvPicPr>
          <p:cNvPr id="78" name="Imagem 77">
            <a:extLst>
              <a:ext uri="{FF2B5EF4-FFF2-40B4-BE49-F238E27FC236}">
                <a16:creationId xmlns:a16="http://schemas.microsoft.com/office/drawing/2014/main" id="{23DFFF67-41A0-4BCA-BF3C-1FBE4622FF7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07947" y="7241352"/>
            <a:ext cx="962159" cy="628738"/>
          </a:xfrm>
          <a:prstGeom prst="rect">
            <a:avLst/>
          </a:prstGeom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F2120D51-BACA-479A-B585-2C5E46CFFE9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924653" y="7261611"/>
            <a:ext cx="962159" cy="628738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214D2863-187A-4BF1-8CC6-3A3B892D8B1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059599" y="7284530"/>
            <a:ext cx="962159" cy="628738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672E7775-2E9A-468C-AE5C-5687F3CACAF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64532" y="6245226"/>
            <a:ext cx="962159" cy="628738"/>
          </a:xfrm>
          <a:prstGeom prst="rect">
            <a:avLst/>
          </a:prstGeom>
        </p:spPr>
      </p:pic>
      <p:pic>
        <p:nvPicPr>
          <p:cNvPr id="88" name="Imagem 87">
            <a:extLst>
              <a:ext uri="{FF2B5EF4-FFF2-40B4-BE49-F238E27FC236}">
                <a16:creationId xmlns:a16="http://schemas.microsoft.com/office/drawing/2014/main" id="{2AB2C4CD-334B-4D25-A3CE-3EE858D8B72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72885" y="6688809"/>
            <a:ext cx="523948" cy="704948"/>
          </a:xfrm>
          <a:prstGeom prst="rect">
            <a:avLst/>
          </a:prstGeom>
        </p:spPr>
      </p:pic>
      <p:pic>
        <p:nvPicPr>
          <p:cNvPr id="89" name="Imagem 88">
            <a:extLst>
              <a:ext uri="{FF2B5EF4-FFF2-40B4-BE49-F238E27FC236}">
                <a16:creationId xmlns:a16="http://schemas.microsoft.com/office/drawing/2014/main" id="{6E86AA41-4536-4840-B59C-164F48FBBB6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194289" y="6722286"/>
            <a:ext cx="571580" cy="695422"/>
          </a:xfrm>
          <a:prstGeom prst="rect">
            <a:avLst/>
          </a:prstGeom>
        </p:spPr>
      </p:pic>
      <p:pic>
        <p:nvPicPr>
          <p:cNvPr id="90" name="Imagem 89">
            <a:extLst>
              <a:ext uri="{FF2B5EF4-FFF2-40B4-BE49-F238E27FC236}">
                <a16:creationId xmlns:a16="http://schemas.microsoft.com/office/drawing/2014/main" id="{F8229991-A912-41AC-91C1-C5256D95ADC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22320" y="6687015"/>
            <a:ext cx="571580" cy="695422"/>
          </a:xfrm>
          <a:prstGeom prst="rect">
            <a:avLst/>
          </a:prstGeom>
        </p:spPr>
      </p:pic>
      <p:pic>
        <p:nvPicPr>
          <p:cNvPr id="92" name="Imagem 91">
            <a:extLst>
              <a:ext uri="{FF2B5EF4-FFF2-40B4-BE49-F238E27FC236}">
                <a16:creationId xmlns:a16="http://schemas.microsoft.com/office/drawing/2014/main" id="{9F34211B-73D4-42F3-8509-F07C3F523943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716289" y="4102788"/>
            <a:ext cx="429322" cy="5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37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78257A09-7ACD-4AB5-8BDE-ADB52A3E90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0586" y="4765075"/>
            <a:ext cx="1442868" cy="1328355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E4FA9684-3F25-418C-BCC5-4B389908A2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5103" y="4964967"/>
            <a:ext cx="1307660" cy="1138149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BD308DE4-EAB9-488A-9094-630ADD28A9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5103" y="1371238"/>
            <a:ext cx="924054" cy="112410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EEA0EB08-C1F3-48BA-9B1F-77CC6DF433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F5420CE8-90BA-4608-B458-E5B6F8E305D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83FBF268-3589-43BE-9C32-48E068F07B7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8481" y="4551972"/>
            <a:ext cx="419298" cy="587018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ACE12702-EE10-4BC6-813B-927B84DF411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18604" y="4470382"/>
            <a:ext cx="516059" cy="65797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3D199B1-667E-4B3B-89C1-A1BF2B5787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990885">
            <a:off x="3416454" y="5355139"/>
            <a:ext cx="1028844" cy="1019317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0793EF8A-C4D5-4960-812A-A04CC0CA001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6072" y="877285"/>
            <a:ext cx="3159420" cy="1522910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C452DDBD-46CA-41C8-B5C5-84FE342EA75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29611" y="5846729"/>
            <a:ext cx="500133" cy="457264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BFC43650-D1B6-490E-82D1-8FB9DFB7E94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80011" y="5864798"/>
            <a:ext cx="500133" cy="45726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F007C72-09B8-4D14-A81E-B04A24C4145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81835" y="1306448"/>
            <a:ext cx="2438740" cy="571580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A8F1F93D-1FF7-4DB2-8FA0-B0D02F1AAE2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439412">
            <a:off x="3597111" y="3620998"/>
            <a:ext cx="2556393" cy="2891920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F3E32362-4986-48A6-AA94-1EE6C6F1DBE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332143">
            <a:off x="5648252" y="4743106"/>
            <a:ext cx="1981362" cy="1461560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6968630B-75A5-4AAA-9D4B-B9EDE3C5C5A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59930" y="4912157"/>
            <a:ext cx="1825177" cy="1223545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038A015E-AF43-4EBE-AEF7-AA3993BF032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4087" y="4860833"/>
            <a:ext cx="1498681" cy="1138149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091F224D-6B6C-45A7-96E5-8B03F41B9B0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49355" y="4533055"/>
            <a:ext cx="490256" cy="587017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B0F0312E-7D2C-4F49-8554-C5E3EA235F8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41354" y="4578859"/>
            <a:ext cx="354791" cy="470904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CAC4FAA5-0151-4042-99C4-3D376016B83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45321" y="4551020"/>
            <a:ext cx="438650" cy="535411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0A728466-2EC0-4EAF-92BC-C75D309BFD1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9355" y="5822015"/>
            <a:ext cx="500133" cy="457264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01142172-62B0-4D1F-8330-23F5E9256A5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2747" y="5848784"/>
            <a:ext cx="500133" cy="457264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47D9CD6F-080E-44DC-8E8D-A35D4FDE8C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42982" y="5846729"/>
            <a:ext cx="500133" cy="457264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0719C951-E536-478E-9B7D-ECB41868CF0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91718" y="6303008"/>
            <a:ext cx="569701" cy="340756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8DEE054A-14BF-4F2D-B37A-02020D16F46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57853" y="6159851"/>
            <a:ext cx="962159" cy="628738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8DCC16D2-83FD-48C8-9941-A524E3ACEE6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74559" y="6180110"/>
            <a:ext cx="962159" cy="628738"/>
          </a:xfrm>
          <a:prstGeom prst="rect">
            <a:avLst/>
          </a:prstGeom>
        </p:spPr>
      </p:pic>
      <p:pic>
        <p:nvPicPr>
          <p:cNvPr id="76" name="Imagem 75">
            <a:extLst>
              <a:ext uri="{FF2B5EF4-FFF2-40B4-BE49-F238E27FC236}">
                <a16:creationId xmlns:a16="http://schemas.microsoft.com/office/drawing/2014/main" id="{D12FF7F6-EB13-4BF0-BCC6-D56AD55A9CA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09505" y="6203029"/>
            <a:ext cx="962159" cy="628738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7146A112-C648-49D1-BCD5-10399789601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64532" y="6245226"/>
            <a:ext cx="962159" cy="628738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C2AEAD3-595E-417D-A189-4ACD48910AE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72973" y="6865657"/>
            <a:ext cx="3384192" cy="2445001"/>
          </a:xfrm>
          <a:prstGeom prst="rect">
            <a:avLst/>
          </a:prstGeom>
        </p:spPr>
      </p:pic>
      <p:pic>
        <p:nvPicPr>
          <p:cNvPr id="78" name="Imagem 77">
            <a:extLst>
              <a:ext uri="{FF2B5EF4-FFF2-40B4-BE49-F238E27FC236}">
                <a16:creationId xmlns:a16="http://schemas.microsoft.com/office/drawing/2014/main" id="{E68C968F-AFD1-4530-A577-A14C654B62F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31438" y="4060127"/>
            <a:ext cx="523948" cy="704948"/>
          </a:xfrm>
          <a:prstGeom prst="rect">
            <a:avLst/>
          </a:prstGeom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B8BEA47B-A573-4A29-8C81-34DB58BABEF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52842" y="4093604"/>
            <a:ext cx="571580" cy="695422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8F434328-F721-4DE2-8E59-8E67D297A5B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80873" y="4058333"/>
            <a:ext cx="571580" cy="695422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144016C2-996D-424E-A558-A605CE5041D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671458" y="4159256"/>
            <a:ext cx="552527" cy="600159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DDE02675-9760-49B9-A47A-FCB8ABFC9C0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716289" y="4102788"/>
            <a:ext cx="429322" cy="5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82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BD308DE4-EAB9-488A-9094-630ADD28A9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5103" y="1371238"/>
            <a:ext cx="924054" cy="1124107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F5420CE8-90BA-4608-B458-E5B6F8E305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0793EF8A-C4D5-4960-812A-A04CC0CA00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6379" y="738568"/>
            <a:ext cx="3555743" cy="828002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8DAFCDE3-8A10-4259-A6CB-E7830D74F3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586" y="4765075"/>
            <a:ext cx="1442868" cy="1328355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3CD26627-AF28-4B38-9635-BF9094C2B4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25103" y="4964967"/>
            <a:ext cx="1307660" cy="1138149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47698DAB-0CB0-4827-881A-72F869F322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17704081-A856-4B17-9137-F9384A70B9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48481" y="4551972"/>
            <a:ext cx="419298" cy="587018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53253D4F-0E89-4DF4-9FC4-D4E1EA6167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18604" y="4470382"/>
            <a:ext cx="516059" cy="657976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E0359632-A92D-4608-B202-639502CC06E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990885">
            <a:off x="3416454" y="5355139"/>
            <a:ext cx="1028844" cy="1019317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B26EF185-94CC-423D-972A-22FDA00BFC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91718" y="6303008"/>
            <a:ext cx="569701" cy="340756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391AEE93-954A-4748-A9DF-A98F9EF08DD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439412">
            <a:off x="3697959" y="7145696"/>
            <a:ext cx="2556393" cy="289192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86DAA71F-379E-47FB-9B9B-DAA3F3E5ACE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332143">
            <a:off x="5648252" y="4743106"/>
            <a:ext cx="1981362" cy="146156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37535F0E-E422-48C8-AA18-2A894DB29E0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9930" y="4912157"/>
            <a:ext cx="1825177" cy="1223545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DD70C2BE-5A7E-4F80-A30A-9B349398F67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4087" y="4860833"/>
            <a:ext cx="1498681" cy="1138149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F6EC2ACE-6E14-431E-986C-16792A1454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49355" y="4533055"/>
            <a:ext cx="490256" cy="587017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3A7085C0-DB2D-4E31-89AD-A3BC665E0AB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41354" y="4578859"/>
            <a:ext cx="354791" cy="470904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0AAB62DE-A501-4BB4-A5CA-CBC7F0DB92E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45321" y="4551020"/>
            <a:ext cx="438650" cy="53541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055C593-E5E3-4409-8000-8F41F11729D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88353" y="993760"/>
            <a:ext cx="2619741" cy="304843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27375C7E-D10E-4D30-A74A-C962A678EA3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57853" y="6159851"/>
            <a:ext cx="962159" cy="628738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640E5ADC-0DC2-4744-BB5E-0F87EBBA326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74559" y="6180110"/>
            <a:ext cx="962159" cy="628738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813D256C-9D7C-49A2-B108-8EE70B7EA9C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09505" y="6203029"/>
            <a:ext cx="962159" cy="628738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586E49F4-F9CB-4319-979F-E4DEC9D4397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64532" y="6245226"/>
            <a:ext cx="962159" cy="628738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37B2693E-46CE-429F-B422-9D6FCB2A812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50054" y="5827569"/>
            <a:ext cx="569701" cy="340756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41A8DF56-8245-425C-B782-27EB847040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10222" y="5850688"/>
            <a:ext cx="569701" cy="340756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E4B0CE2C-9307-4F91-BF11-597D009AE94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60760" y="5827569"/>
            <a:ext cx="569701" cy="340756"/>
          </a:xfrm>
          <a:prstGeom prst="rect">
            <a:avLst/>
          </a:prstGeom>
        </p:spPr>
      </p:pic>
      <p:pic>
        <p:nvPicPr>
          <p:cNvPr id="76" name="Imagem 75">
            <a:extLst>
              <a:ext uri="{FF2B5EF4-FFF2-40B4-BE49-F238E27FC236}">
                <a16:creationId xmlns:a16="http://schemas.microsoft.com/office/drawing/2014/main" id="{26B72E78-7D20-4428-9A3F-171939C26AD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3154" y="5850688"/>
            <a:ext cx="569701" cy="340756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55DD2DDD-A650-41DC-85D1-81BD0E990D2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9533" y="5805281"/>
            <a:ext cx="569701" cy="340756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ECFA237F-BC21-4BB2-9D71-0502EE14462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77810" y="3735109"/>
            <a:ext cx="3384192" cy="2445001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FD382919-F83D-403E-8585-C8399BBE736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31438" y="4060127"/>
            <a:ext cx="523948" cy="704948"/>
          </a:xfrm>
          <a:prstGeom prst="rect">
            <a:avLst/>
          </a:prstGeom>
        </p:spPr>
      </p:pic>
      <p:pic>
        <p:nvPicPr>
          <p:cNvPr id="84" name="Imagem 83">
            <a:extLst>
              <a:ext uri="{FF2B5EF4-FFF2-40B4-BE49-F238E27FC236}">
                <a16:creationId xmlns:a16="http://schemas.microsoft.com/office/drawing/2014/main" id="{9083D95C-B1D6-4F30-A76E-7A288E80317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52842" y="4093604"/>
            <a:ext cx="571580" cy="695422"/>
          </a:xfrm>
          <a:prstGeom prst="rect">
            <a:avLst/>
          </a:prstGeom>
        </p:spPr>
      </p:pic>
      <p:pic>
        <p:nvPicPr>
          <p:cNvPr id="85" name="Imagem 84">
            <a:extLst>
              <a:ext uri="{FF2B5EF4-FFF2-40B4-BE49-F238E27FC236}">
                <a16:creationId xmlns:a16="http://schemas.microsoft.com/office/drawing/2014/main" id="{64023E0B-EA58-4B83-8840-CC5E15E8ADB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80873" y="4058333"/>
            <a:ext cx="571580" cy="695422"/>
          </a:xfrm>
          <a:prstGeom prst="rect">
            <a:avLst/>
          </a:prstGeom>
        </p:spPr>
      </p:pic>
      <p:pic>
        <p:nvPicPr>
          <p:cNvPr id="86" name="Imagem 85">
            <a:extLst>
              <a:ext uri="{FF2B5EF4-FFF2-40B4-BE49-F238E27FC236}">
                <a16:creationId xmlns:a16="http://schemas.microsoft.com/office/drawing/2014/main" id="{BC625247-0CEE-4CE9-A446-28BE5AB69EA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671458" y="4159256"/>
            <a:ext cx="552527" cy="600159"/>
          </a:xfrm>
          <a:prstGeom prst="rect">
            <a:avLst/>
          </a:prstGeom>
        </p:spPr>
      </p:pic>
      <p:pic>
        <p:nvPicPr>
          <p:cNvPr id="87" name="Imagem 86">
            <a:extLst>
              <a:ext uri="{FF2B5EF4-FFF2-40B4-BE49-F238E27FC236}">
                <a16:creationId xmlns:a16="http://schemas.microsoft.com/office/drawing/2014/main" id="{ADDEDF32-B9AC-440A-B7D8-F76A73FB736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716289" y="4102788"/>
            <a:ext cx="429322" cy="5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914887" y="-2128752"/>
            <a:ext cx="6822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Execução do Projeto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BD308DE4-EAB9-488A-9094-630ADD28A9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5103" y="1371238"/>
            <a:ext cx="924054" cy="1124107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F5420CE8-90BA-4608-B458-E5B6F8E305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0793EF8A-C4D5-4960-812A-A04CC0CA00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5567" y="2780397"/>
            <a:ext cx="3915975" cy="1222564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8DAFCDE3-8A10-4259-A6CB-E7830D74F3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981" y="4723001"/>
            <a:ext cx="1442868" cy="1328355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3CD26627-AF28-4B38-9635-BF9094C2B4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2415" y="4947456"/>
            <a:ext cx="1307660" cy="1138149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47698DAB-0CB0-4827-881A-72F869F322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17704081-A856-4B17-9137-F9384A70B9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49876" y="4509898"/>
            <a:ext cx="419298" cy="587018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53253D4F-0E89-4DF4-9FC4-D4E1EA6167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75916" y="4452871"/>
            <a:ext cx="516059" cy="657976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E0359632-A92D-4608-B202-639502CC06E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7294607" flipH="1" flipV="1">
            <a:off x="663810" y="5166083"/>
            <a:ext cx="864346" cy="856342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391AEE93-954A-4748-A9DF-A98F9EF08DD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439412">
            <a:off x="3597111" y="3620998"/>
            <a:ext cx="2556393" cy="289192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86DAA71F-379E-47FB-9B9B-DAA3F3E5AC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332143">
            <a:off x="5648252" y="4743106"/>
            <a:ext cx="1981362" cy="146156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37535F0E-E422-48C8-AA18-2A894DB29E0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59930" y="4912157"/>
            <a:ext cx="1825177" cy="1223545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DD70C2BE-5A7E-4F80-A30A-9B349398F67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4087" y="4860833"/>
            <a:ext cx="1498681" cy="1138149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F6EC2ACE-6E14-431E-986C-16792A1454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49355" y="4533055"/>
            <a:ext cx="490256" cy="587017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3A7085C0-DB2D-4E31-89AD-A3BC665E0AB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41354" y="4578859"/>
            <a:ext cx="354791" cy="470904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0AAB62DE-A501-4BB4-A5CA-CBC7F0DB92E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45321" y="4551020"/>
            <a:ext cx="438650" cy="535411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27375C7E-D10E-4D30-A74A-C962A678EA3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57853" y="6159851"/>
            <a:ext cx="962159" cy="628738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640E5ADC-0DC2-4744-BB5E-0F87EBBA326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74559" y="6180110"/>
            <a:ext cx="962159" cy="628738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813D256C-9D7C-49A2-B108-8EE70B7EA9C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09505" y="6203029"/>
            <a:ext cx="962159" cy="628738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586E49F4-F9CB-4319-979F-E4DEC9D4397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21844" y="6227715"/>
            <a:ext cx="962159" cy="628738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D950ECCA-2759-4060-A505-12D4D1BAEAF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37323" y="5847287"/>
            <a:ext cx="500133" cy="457264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068649D4-4931-479D-814F-FE66DC7EA2F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49355" y="5822015"/>
            <a:ext cx="500133" cy="457264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3CB0F0C8-A950-40F5-A54F-08CFA23EB38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02747" y="5848784"/>
            <a:ext cx="500133" cy="457264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CCFD6722-7BED-4AA4-BB43-03F62D6538B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42982" y="5846729"/>
            <a:ext cx="500133" cy="457264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1D5FA80E-0622-4966-ADE1-6024C6F8E1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1134" y="2961434"/>
            <a:ext cx="3805613" cy="1258960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D2081D56-33B9-42EA-90A4-05DC932AAD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53" y="3997077"/>
            <a:ext cx="1910541" cy="43973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68B5FA2-354A-482D-91F9-B1FE12F3F4A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2149" y="4116375"/>
            <a:ext cx="1604947" cy="16922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A10AA18-DA88-4B4E-A633-0459F7D2EAE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95238" y="3119256"/>
            <a:ext cx="3334215" cy="657317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9F3A46FA-1FC2-407F-BF94-4BE31E0151A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29916" y="3262900"/>
            <a:ext cx="3296110" cy="581106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FC08B127-8FE4-49AC-86B1-7D6B3D87E8F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31438" y="4060127"/>
            <a:ext cx="523948" cy="704948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E5C29C8E-BFE4-4586-ACBE-729F103A348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52842" y="4093604"/>
            <a:ext cx="571580" cy="695422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AEB49715-557D-4DCD-8CE4-CA23304D854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80873" y="4058333"/>
            <a:ext cx="571580" cy="695422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D9D20D5C-0565-4932-8BA1-B77A5EC7B18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3377" y="4503327"/>
            <a:ext cx="552527" cy="600159"/>
          </a:xfrm>
          <a:prstGeom prst="rect">
            <a:avLst/>
          </a:prstGeom>
        </p:spPr>
      </p:pic>
      <p:pic>
        <p:nvPicPr>
          <p:cNvPr id="78" name="Imagem 77">
            <a:extLst>
              <a:ext uri="{FF2B5EF4-FFF2-40B4-BE49-F238E27FC236}">
                <a16:creationId xmlns:a16="http://schemas.microsoft.com/office/drawing/2014/main" id="{83E7EEB8-25FC-4EF2-80B0-0B2438FC2483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24199" y="4099369"/>
            <a:ext cx="429322" cy="5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86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FDE415-661A-4E9B-BB00-9A1D24494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1265064" y="-685801"/>
            <a:ext cx="312646" cy="278663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562227" y="-3388258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BD308DE4-EAB9-488A-9094-630ADD28A9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9240" y="689971"/>
            <a:ext cx="924054" cy="1124107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F5420CE8-90BA-4608-B458-E5B6F8E305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767" y="4121316"/>
            <a:ext cx="2952531" cy="1942308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8DAFCDE3-8A10-4259-A6CB-E7830D74F3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01812" y="4759669"/>
            <a:ext cx="1442868" cy="1328355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3CD26627-AF28-4B38-9635-BF9094C2B4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2415" y="4947456"/>
            <a:ext cx="1307660" cy="1138149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47698DAB-0CB0-4827-881A-72F869F322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5483998"/>
            <a:ext cx="5925377" cy="1247949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17704081-A856-4B17-9137-F9384A70B9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89707" y="4546566"/>
            <a:ext cx="419298" cy="587018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53253D4F-0E89-4DF4-9FC4-D4E1EA6167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5916" y="4452871"/>
            <a:ext cx="516059" cy="657976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E0359632-A92D-4608-B202-639502CC06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7294607" flipH="1" flipV="1">
            <a:off x="3637432" y="5228708"/>
            <a:ext cx="864346" cy="856342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391AEE93-954A-4748-A9DF-A98F9EF08DD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439412">
            <a:off x="3597111" y="3620998"/>
            <a:ext cx="2556393" cy="289192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86DAA71F-379E-47FB-9B9B-DAA3F3E5AC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332143">
            <a:off x="5648252" y="4743106"/>
            <a:ext cx="1981362" cy="146156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37535F0E-E422-48C8-AA18-2A894DB29E0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9930" y="4912157"/>
            <a:ext cx="1825177" cy="1223545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DD70C2BE-5A7E-4F80-A30A-9B349398F67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4087" y="4860833"/>
            <a:ext cx="1498681" cy="1138149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F6EC2ACE-6E14-431E-986C-16792A1454C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49355" y="4533055"/>
            <a:ext cx="490256" cy="587017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3A7085C0-DB2D-4E31-89AD-A3BC665E0AB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41354" y="4578859"/>
            <a:ext cx="354791" cy="470904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0AAB62DE-A501-4BB4-A5CA-CBC7F0DB92E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45321" y="4551020"/>
            <a:ext cx="438650" cy="535411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27375C7E-D10E-4D30-A74A-C962A678EA3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57853" y="6159851"/>
            <a:ext cx="962159" cy="628738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640E5ADC-0DC2-4744-BB5E-0F87EBBA326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74559" y="6180110"/>
            <a:ext cx="962159" cy="628738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813D256C-9D7C-49A2-B108-8EE70B7EA9C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09505" y="6203029"/>
            <a:ext cx="962159" cy="628738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586E49F4-F9CB-4319-979F-E4DEC9D4397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21844" y="6227715"/>
            <a:ext cx="962159" cy="628738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D950ECCA-2759-4060-A505-12D4D1BAEAF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37323" y="5847287"/>
            <a:ext cx="500133" cy="457264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068649D4-4931-479D-814F-FE66DC7EA2F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49355" y="5822015"/>
            <a:ext cx="500133" cy="457264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3CB0F0C8-A950-40F5-A54F-08CFA23EB38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02747" y="5848784"/>
            <a:ext cx="500133" cy="457264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CCFD6722-7BED-4AA4-BB43-03F62D6538B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42982" y="5846729"/>
            <a:ext cx="500133" cy="45726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F71D3DD-CACC-435B-9176-78B2EEC3890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64965" y="1032034"/>
            <a:ext cx="3734321" cy="781159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77FD9A04-F306-4E1A-B2D4-37D87C5ED0D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47156" y="6137177"/>
            <a:ext cx="962159" cy="628738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53A0B546-A9CC-49FB-8856-787BC478B2E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62635" y="5756749"/>
            <a:ext cx="500133" cy="457264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B579AA6A-D30B-4499-A1AB-DC4B71C28B7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31438" y="4060127"/>
            <a:ext cx="523948" cy="704948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7767CC31-1A75-4BD3-969F-8467946ED22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52842" y="4093604"/>
            <a:ext cx="571580" cy="695422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A44E79C6-1A1D-4A48-B473-818456C4EAE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80873" y="4058333"/>
            <a:ext cx="571580" cy="695422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C6E8486E-CFFE-4FAA-B7BF-CC426AF3F01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914396" y="4134933"/>
            <a:ext cx="552527" cy="600159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B36038E6-95FB-4484-B8C0-868054DF4CD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50249" y="4106886"/>
            <a:ext cx="429322" cy="528987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863ECCE2-87DE-4C85-968E-BEC034A07F2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617633">
            <a:off x="-2243707" y="3214296"/>
            <a:ext cx="792397" cy="905022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5230743E-0A06-4208-97F5-4F00EECE65F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617633">
            <a:off x="13509685" y="3167857"/>
            <a:ext cx="792397" cy="905022"/>
          </a:xfrm>
          <a:prstGeom prst="rect">
            <a:avLst/>
          </a:prstGeom>
        </p:spPr>
      </p:pic>
      <p:sp>
        <p:nvSpPr>
          <p:cNvPr id="74" name="CaixaDeTexto 73">
            <a:extLst>
              <a:ext uri="{FF2B5EF4-FFF2-40B4-BE49-F238E27FC236}">
                <a16:creationId xmlns:a16="http://schemas.microsoft.com/office/drawing/2014/main" id="{5458BAAE-AFAE-4022-A194-693463DDF78F}"/>
              </a:ext>
            </a:extLst>
          </p:cNvPr>
          <p:cNvSpPr txBox="1"/>
          <p:nvPr/>
        </p:nvSpPr>
        <p:spPr>
          <a:xfrm>
            <a:off x="2178354" y="-2181642"/>
            <a:ext cx="8649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Continuação da execução</a:t>
            </a:r>
          </a:p>
        </p:txBody>
      </p:sp>
    </p:spTree>
    <p:extLst>
      <p:ext uri="{BB962C8B-B14F-4D97-AF65-F5344CB8AC3E}">
        <p14:creationId xmlns:p14="http://schemas.microsoft.com/office/powerpoint/2010/main" val="2274525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56A10B5-1CC0-4BB3-B5A2-F4B111384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15" y="1973736"/>
            <a:ext cx="3074102" cy="4226890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DE15449B-1690-4DE4-BB17-E1A92055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617633">
            <a:off x="4081847" y="3489825"/>
            <a:ext cx="792397" cy="90502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AB7E633-E9F8-41EB-8B5D-83184E736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385" y="1822303"/>
            <a:ext cx="3571527" cy="4408334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E7565700-A1CF-44D0-8A2C-B32D7E6F3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617633">
            <a:off x="8240274" y="3457137"/>
            <a:ext cx="792397" cy="90502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E8D0FC-E73B-45B6-8F71-927255719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94" y="1781230"/>
            <a:ext cx="2637731" cy="4786204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4460F-82C3-466E-98A6-CF083C7521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853651" y="1311322"/>
            <a:ext cx="516059" cy="43004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71CE7A0-D267-4295-8294-649A51E815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2361977" y="1032034"/>
            <a:ext cx="516059" cy="43004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C0383-9F39-4F95-9A8A-06CA922DF0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60000">
            <a:off x="1757366" y="-852427"/>
            <a:ext cx="9126224" cy="10860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627184" y="457791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148881" y="416061"/>
            <a:ext cx="8649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Continuação da execução</a:t>
            </a:r>
          </a:p>
        </p:txBody>
      </p:sp>
      <p:pic>
        <p:nvPicPr>
          <p:cNvPr id="71" name="Imagem 70">
            <a:extLst>
              <a:ext uri="{FF2B5EF4-FFF2-40B4-BE49-F238E27FC236}">
                <a16:creationId xmlns:a16="http://schemas.microsoft.com/office/drawing/2014/main" id="{D798A49F-0BB0-482F-ADF2-9C36850216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7945" y="7079858"/>
            <a:ext cx="3296110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9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4D0163-F0B4-4C6D-AADD-B512C0F31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834" y="6117658"/>
            <a:ext cx="516060" cy="649016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7FA7FCF-4701-477B-B7A9-6E52C8C14D3D}"/>
              </a:ext>
            </a:extLst>
          </p:cNvPr>
          <p:cNvSpPr/>
          <p:nvPr/>
        </p:nvSpPr>
        <p:spPr>
          <a:xfrm>
            <a:off x="1627184" y="457791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E526F2-C0D1-440D-8D5F-3917F44ACE8E}"/>
              </a:ext>
            </a:extLst>
          </p:cNvPr>
          <p:cNvSpPr txBox="1"/>
          <p:nvPr/>
        </p:nvSpPr>
        <p:spPr>
          <a:xfrm>
            <a:off x="2148881" y="416061"/>
            <a:ext cx="8649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Continuação da execução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DDE15B7-D719-4923-828B-15A226030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1489" y="1905369"/>
            <a:ext cx="2741407" cy="4666730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38B4291A-BF21-4F6A-A8F2-72DE39C09B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083247" y="4353740"/>
            <a:ext cx="6982799" cy="1762371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61D43506-0F0A-4120-980E-A2FA0135BF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777" y="6870467"/>
            <a:ext cx="3429479" cy="3658111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97622C36-98AC-469D-8181-2EFF8ACD96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491321" y="874664"/>
            <a:ext cx="2952531" cy="1942308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68C015B9-C3D4-483D-BCE2-F75987FF3A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439412">
            <a:off x="5195215" y="-3339908"/>
            <a:ext cx="2556393" cy="2891920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FAF078A1-9883-45C2-9BD1-E9A88ABB41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32143">
            <a:off x="13369709" y="2276444"/>
            <a:ext cx="1981362" cy="14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84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0E41040-27BA-4959-8B0C-045714A1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98" y="-125601"/>
            <a:ext cx="2137822" cy="2754501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C06770D-AAB2-46D4-BDE4-282E01D8D605}"/>
              </a:ext>
            </a:extLst>
          </p:cNvPr>
          <p:cNvSpPr txBox="1">
            <a:spLocks/>
          </p:cNvSpPr>
          <p:nvPr/>
        </p:nvSpPr>
        <p:spPr>
          <a:xfrm>
            <a:off x="-5091731" y="1933292"/>
            <a:ext cx="4202502" cy="13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9E8086C-DC84-4CD0-8EBA-18C44790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9068" y="5534042"/>
            <a:ext cx="2164968" cy="181624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AAC19C6-2849-42C1-A100-887973E6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078" y="-567232"/>
            <a:ext cx="2433521" cy="2129332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4C103546-EECB-43D4-A3F6-930C55B42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077" y="5150323"/>
            <a:ext cx="2170223" cy="196123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CD61058-8FDA-43F5-BD6C-C127D4885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3777" y="3517667"/>
            <a:ext cx="3429479" cy="365811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772347A-251A-46CA-AAEC-700DA4821D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110258" y="4475267"/>
            <a:ext cx="6982799" cy="1762371"/>
          </a:xfrm>
          <a:prstGeom prst="rect">
            <a:avLst/>
          </a:prstGeom>
        </p:spPr>
      </p:pic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BE812C14-C124-4EB7-A1E5-EFD1516450DE}"/>
              </a:ext>
            </a:extLst>
          </p:cNvPr>
          <p:cNvSpPr/>
          <p:nvPr/>
        </p:nvSpPr>
        <p:spPr>
          <a:xfrm>
            <a:off x="1627184" y="457791"/>
            <a:ext cx="9265188" cy="13234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5BA607A-0FBB-4CD7-80F0-57F972036B4C}"/>
              </a:ext>
            </a:extLst>
          </p:cNvPr>
          <p:cNvSpPr txBox="1"/>
          <p:nvPr/>
        </p:nvSpPr>
        <p:spPr>
          <a:xfrm>
            <a:off x="2491781" y="400116"/>
            <a:ext cx="8649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u="sng" dirty="0">
                <a:latin typeface="Agency FB" panose="020B0503020202020204" pitchFamily="34" charset="0"/>
              </a:rPr>
              <a:t>Obrigado pela atenção!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64A51EC1-3169-4601-975F-9C89CC6B81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141" y="3055448"/>
            <a:ext cx="2952531" cy="1942308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65C8A112-B97B-4819-9232-4ACDCDBEAA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439412">
            <a:off x="5008891" y="1816545"/>
            <a:ext cx="2087099" cy="2361031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96F7847A-D175-49A3-8D07-A0AFB19A6C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332143">
            <a:off x="7890947" y="3295822"/>
            <a:ext cx="1981362" cy="14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70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2A6D021-29F9-44AB-8EE7-79A384EDC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183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1205</Words>
  <Application>Microsoft Office PowerPoint</Application>
  <PresentationFormat>Widescreen</PresentationFormat>
  <Paragraphs>195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5" baseType="lpstr">
      <vt:lpstr>MS UI Gothic</vt:lpstr>
      <vt:lpstr>Agency FB</vt:lpstr>
      <vt:lpstr>Arial</vt:lpstr>
      <vt:lpstr>Calibri</vt:lpstr>
      <vt:lpstr>Calibri Light</vt:lpstr>
      <vt:lpstr>Tema do Office</vt:lpstr>
      <vt:lpstr>Escalonador com Prioridades </vt:lpstr>
      <vt:lpstr>Escalonador com Prioridades </vt:lpstr>
      <vt:lpstr>Escalonador – o que é?</vt:lpstr>
      <vt:lpstr>PONTO IMPORTANTE!</vt:lpstr>
      <vt:lpstr> Tipos de escalonador</vt:lpstr>
      <vt:lpstr>Algoritmos de Prioridade</vt:lpstr>
      <vt:lpstr>Algoritmos de Prioridade</vt:lpstr>
      <vt:lpstr>Algoritmos de Prioridade</vt:lpstr>
      <vt:lpstr>Algoritmos de Prioridade</vt:lpstr>
      <vt:lpstr>Algoritmos de Prioridade</vt:lpstr>
      <vt:lpstr>Algoritmos de Prioridade</vt:lpstr>
      <vt:lpstr>Algoritmos de Prioridade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Escalonador com Prioridades</dc:title>
  <dc:creator>Daniel Marchioro</dc:creator>
  <cp:lastModifiedBy>Daniel Marchioro</cp:lastModifiedBy>
  <cp:revision>70</cp:revision>
  <dcterms:created xsi:type="dcterms:W3CDTF">2026-04-14T13:21:32Z</dcterms:created>
  <dcterms:modified xsi:type="dcterms:W3CDTF">2026-04-16T13:15:16Z</dcterms:modified>
</cp:coreProperties>
</file>